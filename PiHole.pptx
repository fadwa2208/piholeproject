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479F2"/>
    <a:srgbClr val="C29AB1"/>
    <a:srgbClr val="E279F2"/>
    <a:srgbClr val="EC79F2"/>
    <a:srgbClr val="F279CE"/>
    <a:srgbClr val="F279A8"/>
    <a:srgbClr val="F27979"/>
    <a:srgbClr val="F5A4A4"/>
    <a:srgbClr val="F5A4D3"/>
    <a:srgbClr val="F590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9" autoAdjust="0"/>
    <p:restoredTop sz="94660"/>
  </p:normalViewPr>
  <p:slideViewPr>
    <p:cSldViewPr snapToGrid="0">
      <p:cViewPr varScale="1">
        <p:scale>
          <a:sx n="80" d="100"/>
          <a:sy n="80" d="100"/>
        </p:scale>
        <p:origin x="54" y="40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B87E3CD-875C-4A02-9540-3125C30CB171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BF7BD0BD-3B1C-4180-B336-5A862968B1D4}">
      <dgm:prSet/>
      <dgm:spPr>
        <a:solidFill>
          <a:srgbClr val="F27979"/>
        </a:solidFill>
      </dgm:spPr>
      <dgm:t>
        <a:bodyPr/>
        <a:lstStyle/>
        <a:p>
          <a:r>
            <a:rPr lang="en-CA" dirty="0"/>
            <a:t>Introduction</a:t>
          </a:r>
          <a:endParaRPr lang="en-US" dirty="0"/>
        </a:p>
      </dgm:t>
    </dgm:pt>
    <dgm:pt modelId="{DD4AD931-3CF3-4587-81ED-8FC39516EEA6}" type="parTrans" cxnId="{20061EDB-6395-488B-AF43-FD207651C396}">
      <dgm:prSet/>
      <dgm:spPr/>
      <dgm:t>
        <a:bodyPr/>
        <a:lstStyle/>
        <a:p>
          <a:endParaRPr lang="en-US"/>
        </a:p>
      </dgm:t>
    </dgm:pt>
    <dgm:pt modelId="{BECF250E-73FF-49C2-8B86-3A2BB25CE87D}" type="sibTrans" cxnId="{20061EDB-6395-488B-AF43-FD207651C396}">
      <dgm:prSet/>
      <dgm:spPr/>
      <dgm:t>
        <a:bodyPr/>
        <a:lstStyle/>
        <a:p>
          <a:endParaRPr lang="en-US"/>
        </a:p>
      </dgm:t>
    </dgm:pt>
    <dgm:pt modelId="{DD5A1D50-9D25-43A6-91C0-CBD4C7683E92}">
      <dgm:prSet/>
      <dgm:spPr>
        <a:solidFill>
          <a:srgbClr val="F279A8"/>
        </a:solidFill>
      </dgm:spPr>
      <dgm:t>
        <a:bodyPr/>
        <a:lstStyle/>
        <a:p>
          <a:r>
            <a:rPr lang="en-CA"/>
            <a:t>Equipment </a:t>
          </a:r>
          <a:endParaRPr lang="en-US"/>
        </a:p>
      </dgm:t>
    </dgm:pt>
    <dgm:pt modelId="{A4207097-BD4F-4B58-AA92-DDD2BD41B9E1}" type="parTrans" cxnId="{F5006160-0687-497F-8CFD-DD371EC8E787}">
      <dgm:prSet/>
      <dgm:spPr/>
      <dgm:t>
        <a:bodyPr/>
        <a:lstStyle/>
        <a:p>
          <a:endParaRPr lang="en-US"/>
        </a:p>
      </dgm:t>
    </dgm:pt>
    <dgm:pt modelId="{969DEDEA-C29D-483C-BBF8-956001713A24}" type="sibTrans" cxnId="{F5006160-0687-497F-8CFD-DD371EC8E787}">
      <dgm:prSet/>
      <dgm:spPr/>
      <dgm:t>
        <a:bodyPr/>
        <a:lstStyle/>
        <a:p>
          <a:endParaRPr lang="en-US"/>
        </a:p>
      </dgm:t>
    </dgm:pt>
    <dgm:pt modelId="{A347D29F-8274-4BC9-85AC-C3F6DA2B706C}">
      <dgm:prSet/>
      <dgm:spPr>
        <a:solidFill>
          <a:srgbClr val="F279CE"/>
        </a:solidFill>
      </dgm:spPr>
      <dgm:t>
        <a:bodyPr/>
        <a:lstStyle/>
        <a:p>
          <a:r>
            <a:rPr lang="en-CA"/>
            <a:t>Setup</a:t>
          </a:r>
          <a:endParaRPr lang="en-US"/>
        </a:p>
      </dgm:t>
    </dgm:pt>
    <dgm:pt modelId="{E30F2E2E-2144-41F6-A0A8-E4175D2A5690}" type="parTrans" cxnId="{846412DA-BD12-43E9-9617-A34A50A89573}">
      <dgm:prSet/>
      <dgm:spPr/>
      <dgm:t>
        <a:bodyPr/>
        <a:lstStyle/>
        <a:p>
          <a:endParaRPr lang="en-US"/>
        </a:p>
      </dgm:t>
    </dgm:pt>
    <dgm:pt modelId="{6D0383D7-392B-4203-B138-1A37CEB8FC4F}" type="sibTrans" cxnId="{846412DA-BD12-43E9-9617-A34A50A89573}">
      <dgm:prSet/>
      <dgm:spPr/>
      <dgm:t>
        <a:bodyPr/>
        <a:lstStyle/>
        <a:p>
          <a:endParaRPr lang="en-US"/>
        </a:p>
      </dgm:t>
    </dgm:pt>
    <dgm:pt modelId="{B71D8F5D-3464-449F-BA77-F2965FFFEB25}">
      <dgm:prSet/>
      <dgm:spPr>
        <a:solidFill>
          <a:srgbClr val="E279F2"/>
        </a:solidFill>
      </dgm:spPr>
      <dgm:t>
        <a:bodyPr/>
        <a:lstStyle/>
        <a:p>
          <a:r>
            <a:rPr lang="en-CA"/>
            <a:t>Demo</a:t>
          </a:r>
          <a:endParaRPr lang="en-US"/>
        </a:p>
      </dgm:t>
    </dgm:pt>
    <dgm:pt modelId="{A34C561C-9A3C-4469-AD77-4BB2244D3342}" type="parTrans" cxnId="{C520FFEC-2698-42D8-BB52-E32836952A58}">
      <dgm:prSet/>
      <dgm:spPr/>
      <dgm:t>
        <a:bodyPr/>
        <a:lstStyle/>
        <a:p>
          <a:endParaRPr lang="en-US"/>
        </a:p>
      </dgm:t>
    </dgm:pt>
    <dgm:pt modelId="{D2051BF6-3C65-4B47-8C46-5361ADBA3286}" type="sibTrans" cxnId="{C520FFEC-2698-42D8-BB52-E32836952A58}">
      <dgm:prSet/>
      <dgm:spPr/>
      <dgm:t>
        <a:bodyPr/>
        <a:lstStyle/>
        <a:p>
          <a:endParaRPr lang="en-US"/>
        </a:p>
      </dgm:t>
    </dgm:pt>
    <dgm:pt modelId="{C6C15CFD-5583-47F3-A286-DE1A863864D8}">
      <dgm:prSet/>
      <dgm:spPr>
        <a:solidFill>
          <a:srgbClr val="C479F2"/>
        </a:solidFill>
      </dgm:spPr>
      <dgm:t>
        <a:bodyPr/>
        <a:lstStyle/>
        <a:p>
          <a:r>
            <a:rPr lang="en-CA" dirty="0"/>
            <a:t>Conclusion</a:t>
          </a:r>
          <a:endParaRPr lang="en-US" dirty="0"/>
        </a:p>
      </dgm:t>
    </dgm:pt>
    <dgm:pt modelId="{EAABFFB0-AE3B-4842-8B64-836A290C5169}" type="parTrans" cxnId="{A59EEEA5-FE7A-4E90-8B38-34A8CAFCA890}">
      <dgm:prSet/>
      <dgm:spPr/>
      <dgm:t>
        <a:bodyPr/>
        <a:lstStyle/>
        <a:p>
          <a:endParaRPr lang="en-US"/>
        </a:p>
      </dgm:t>
    </dgm:pt>
    <dgm:pt modelId="{5080ABFA-33C9-41A1-84AD-C6CB971ADFEB}" type="sibTrans" cxnId="{A59EEEA5-FE7A-4E90-8B38-34A8CAFCA890}">
      <dgm:prSet/>
      <dgm:spPr/>
      <dgm:t>
        <a:bodyPr/>
        <a:lstStyle/>
        <a:p>
          <a:endParaRPr lang="en-US"/>
        </a:p>
      </dgm:t>
    </dgm:pt>
    <dgm:pt modelId="{B1817C0F-70E6-4FE0-8798-5B789EA10954}" type="pres">
      <dgm:prSet presAssocID="{2B87E3CD-875C-4A02-9540-3125C30CB171}" presName="linear" presStyleCnt="0">
        <dgm:presLayoutVars>
          <dgm:animLvl val="lvl"/>
          <dgm:resizeHandles val="exact"/>
        </dgm:presLayoutVars>
      </dgm:prSet>
      <dgm:spPr/>
    </dgm:pt>
    <dgm:pt modelId="{A20F309B-6617-4458-85D6-9E48A9869DEE}" type="pres">
      <dgm:prSet presAssocID="{BF7BD0BD-3B1C-4180-B336-5A862968B1D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1665257-3178-4C05-B4AC-F89A5E9BA74F}" type="pres">
      <dgm:prSet presAssocID="{BECF250E-73FF-49C2-8B86-3A2BB25CE87D}" presName="spacer" presStyleCnt="0"/>
      <dgm:spPr/>
    </dgm:pt>
    <dgm:pt modelId="{4B19D895-6657-4215-9F94-1A6647B0BF00}" type="pres">
      <dgm:prSet presAssocID="{DD5A1D50-9D25-43A6-91C0-CBD4C7683E92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EB9520CF-60A2-49C1-8396-FE01CBF960DE}" type="pres">
      <dgm:prSet presAssocID="{969DEDEA-C29D-483C-BBF8-956001713A24}" presName="spacer" presStyleCnt="0"/>
      <dgm:spPr/>
    </dgm:pt>
    <dgm:pt modelId="{21B46219-DE52-40B0-9DF1-DD0E5E28FC0E}" type="pres">
      <dgm:prSet presAssocID="{A347D29F-8274-4BC9-85AC-C3F6DA2B706C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786512D1-8900-49FD-B51A-3C451982D51D}" type="pres">
      <dgm:prSet presAssocID="{6D0383D7-392B-4203-B138-1A37CEB8FC4F}" presName="spacer" presStyleCnt="0"/>
      <dgm:spPr/>
    </dgm:pt>
    <dgm:pt modelId="{8293093E-6BEA-4E02-822B-0A9215AF998F}" type="pres">
      <dgm:prSet presAssocID="{B71D8F5D-3464-449F-BA77-F2965FFFEB25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1790F70F-0F19-4184-A0FC-9B4723DFA56D}" type="pres">
      <dgm:prSet presAssocID="{D2051BF6-3C65-4B47-8C46-5361ADBA3286}" presName="spacer" presStyleCnt="0"/>
      <dgm:spPr/>
    </dgm:pt>
    <dgm:pt modelId="{BCF03587-E171-40F0-813B-85D2128A50BF}" type="pres">
      <dgm:prSet presAssocID="{C6C15CFD-5583-47F3-A286-DE1A863864D8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76867D09-6724-49C9-BCC9-FD2A2B39E1EE}" type="presOf" srcId="{C6C15CFD-5583-47F3-A286-DE1A863864D8}" destId="{BCF03587-E171-40F0-813B-85D2128A50BF}" srcOrd="0" destOrd="0" presId="urn:microsoft.com/office/officeart/2005/8/layout/vList2"/>
    <dgm:cxn modelId="{F5006160-0687-497F-8CFD-DD371EC8E787}" srcId="{2B87E3CD-875C-4A02-9540-3125C30CB171}" destId="{DD5A1D50-9D25-43A6-91C0-CBD4C7683E92}" srcOrd="1" destOrd="0" parTransId="{A4207097-BD4F-4B58-AA92-DDD2BD41B9E1}" sibTransId="{969DEDEA-C29D-483C-BBF8-956001713A24}"/>
    <dgm:cxn modelId="{A59EEEA5-FE7A-4E90-8B38-34A8CAFCA890}" srcId="{2B87E3CD-875C-4A02-9540-3125C30CB171}" destId="{C6C15CFD-5583-47F3-A286-DE1A863864D8}" srcOrd="4" destOrd="0" parTransId="{EAABFFB0-AE3B-4842-8B64-836A290C5169}" sibTransId="{5080ABFA-33C9-41A1-84AD-C6CB971ADFEB}"/>
    <dgm:cxn modelId="{0C8665C7-7038-4596-A554-53E46CA9CDFD}" type="presOf" srcId="{A347D29F-8274-4BC9-85AC-C3F6DA2B706C}" destId="{21B46219-DE52-40B0-9DF1-DD0E5E28FC0E}" srcOrd="0" destOrd="0" presId="urn:microsoft.com/office/officeart/2005/8/layout/vList2"/>
    <dgm:cxn modelId="{91C2D0C9-0B3D-4B23-99F6-E4A440D13D61}" type="presOf" srcId="{DD5A1D50-9D25-43A6-91C0-CBD4C7683E92}" destId="{4B19D895-6657-4215-9F94-1A6647B0BF00}" srcOrd="0" destOrd="0" presId="urn:microsoft.com/office/officeart/2005/8/layout/vList2"/>
    <dgm:cxn modelId="{846412DA-BD12-43E9-9617-A34A50A89573}" srcId="{2B87E3CD-875C-4A02-9540-3125C30CB171}" destId="{A347D29F-8274-4BC9-85AC-C3F6DA2B706C}" srcOrd="2" destOrd="0" parTransId="{E30F2E2E-2144-41F6-A0A8-E4175D2A5690}" sibTransId="{6D0383D7-392B-4203-B138-1A37CEB8FC4F}"/>
    <dgm:cxn modelId="{20061EDB-6395-488B-AF43-FD207651C396}" srcId="{2B87E3CD-875C-4A02-9540-3125C30CB171}" destId="{BF7BD0BD-3B1C-4180-B336-5A862968B1D4}" srcOrd="0" destOrd="0" parTransId="{DD4AD931-3CF3-4587-81ED-8FC39516EEA6}" sibTransId="{BECF250E-73FF-49C2-8B86-3A2BB25CE87D}"/>
    <dgm:cxn modelId="{C6F10FE6-4645-4DD3-AE89-85C2E2F6F0B2}" type="presOf" srcId="{2B87E3CD-875C-4A02-9540-3125C30CB171}" destId="{B1817C0F-70E6-4FE0-8798-5B789EA10954}" srcOrd="0" destOrd="0" presId="urn:microsoft.com/office/officeart/2005/8/layout/vList2"/>
    <dgm:cxn modelId="{C520FFEC-2698-42D8-BB52-E32836952A58}" srcId="{2B87E3CD-875C-4A02-9540-3125C30CB171}" destId="{B71D8F5D-3464-449F-BA77-F2965FFFEB25}" srcOrd="3" destOrd="0" parTransId="{A34C561C-9A3C-4469-AD77-4BB2244D3342}" sibTransId="{D2051BF6-3C65-4B47-8C46-5361ADBA3286}"/>
    <dgm:cxn modelId="{E22DD8EE-6CD3-4416-8B12-98598D2F3302}" type="presOf" srcId="{BF7BD0BD-3B1C-4180-B336-5A862968B1D4}" destId="{A20F309B-6617-4458-85D6-9E48A9869DEE}" srcOrd="0" destOrd="0" presId="urn:microsoft.com/office/officeart/2005/8/layout/vList2"/>
    <dgm:cxn modelId="{B886ECF0-C842-4FDA-B5ED-228654417438}" type="presOf" srcId="{B71D8F5D-3464-449F-BA77-F2965FFFEB25}" destId="{8293093E-6BEA-4E02-822B-0A9215AF998F}" srcOrd="0" destOrd="0" presId="urn:microsoft.com/office/officeart/2005/8/layout/vList2"/>
    <dgm:cxn modelId="{3D7A3F25-C805-4A99-805B-8E82C04F7E09}" type="presParOf" srcId="{B1817C0F-70E6-4FE0-8798-5B789EA10954}" destId="{A20F309B-6617-4458-85D6-9E48A9869DEE}" srcOrd="0" destOrd="0" presId="urn:microsoft.com/office/officeart/2005/8/layout/vList2"/>
    <dgm:cxn modelId="{CF513BB2-1327-4696-986F-EA48A0D549A7}" type="presParOf" srcId="{B1817C0F-70E6-4FE0-8798-5B789EA10954}" destId="{B1665257-3178-4C05-B4AC-F89A5E9BA74F}" srcOrd="1" destOrd="0" presId="urn:microsoft.com/office/officeart/2005/8/layout/vList2"/>
    <dgm:cxn modelId="{3817613D-369D-4D89-B384-6888C12BF8F3}" type="presParOf" srcId="{B1817C0F-70E6-4FE0-8798-5B789EA10954}" destId="{4B19D895-6657-4215-9F94-1A6647B0BF00}" srcOrd="2" destOrd="0" presId="urn:microsoft.com/office/officeart/2005/8/layout/vList2"/>
    <dgm:cxn modelId="{2D9E2859-B6DE-4B3D-8986-9D922203C3B5}" type="presParOf" srcId="{B1817C0F-70E6-4FE0-8798-5B789EA10954}" destId="{EB9520CF-60A2-49C1-8396-FE01CBF960DE}" srcOrd="3" destOrd="0" presId="urn:microsoft.com/office/officeart/2005/8/layout/vList2"/>
    <dgm:cxn modelId="{66874B92-0F02-4A10-A303-8FEF0458E158}" type="presParOf" srcId="{B1817C0F-70E6-4FE0-8798-5B789EA10954}" destId="{21B46219-DE52-40B0-9DF1-DD0E5E28FC0E}" srcOrd="4" destOrd="0" presId="urn:microsoft.com/office/officeart/2005/8/layout/vList2"/>
    <dgm:cxn modelId="{CE9BE5D7-DCBE-4DC7-87A3-7752897927FE}" type="presParOf" srcId="{B1817C0F-70E6-4FE0-8798-5B789EA10954}" destId="{786512D1-8900-49FD-B51A-3C451982D51D}" srcOrd="5" destOrd="0" presId="urn:microsoft.com/office/officeart/2005/8/layout/vList2"/>
    <dgm:cxn modelId="{BA2820D6-3344-4151-BD12-3504B708E5C5}" type="presParOf" srcId="{B1817C0F-70E6-4FE0-8798-5B789EA10954}" destId="{8293093E-6BEA-4E02-822B-0A9215AF998F}" srcOrd="6" destOrd="0" presId="urn:microsoft.com/office/officeart/2005/8/layout/vList2"/>
    <dgm:cxn modelId="{B8F6DE0B-EB31-47FA-A8B2-EB81CC3D1AF9}" type="presParOf" srcId="{B1817C0F-70E6-4FE0-8798-5B789EA10954}" destId="{1790F70F-0F19-4184-A0FC-9B4723DFA56D}" srcOrd="7" destOrd="0" presId="urn:microsoft.com/office/officeart/2005/8/layout/vList2"/>
    <dgm:cxn modelId="{E924D43F-23F0-4F29-B7F0-6415AD1C0DA2}" type="presParOf" srcId="{B1817C0F-70E6-4FE0-8798-5B789EA10954}" destId="{BCF03587-E171-40F0-813B-85D2128A50BF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20F309B-6617-4458-85D6-9E48A9869DEE}">
      <dsp:nvSpPr>
        <dsp:cNvPr id="0" name=""/>
        <dsp:cNvSpPr/>
      </dsp:nvSpPr>
      <dsp:spPr>
        <a:xfrm>
          <a:off x="0" y="48839"/>
          <a:ext cx="6581776" cy="842400"/>
        </a:xfrm>
        <a:prstGeom prst="roundRect">
          <a:avLst/>
        </a:prstGeom>
        <a:solidFill>
          <a:srgbClr val="F27979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Introduction</a:t>
          </a:r>
          <a:endParaRPr lang="en-US" sz="3600" kern="1200" dirty="0"/>
        </a:p>
      </dsp:txBody>
      <dsp:txXfrm>
        <a:off x="41123" y="89962"/>
        <a:ext cx="6499530" cy="760154"/>
      </dsp:txXfrm>
    </dsp:sp>
    <dsp:sp modelId="{4B19D895-6657-4215-9F94-1A6647B0BF00}">
      <dsp:nvSpPr>
        <dsp:cNvPr id="0" name=""/>
        <dsp:cNvSpPr/>
      </dsp:nvSpPr>
      <dsp:spPr>
        <a:xfrm>
          <a:off x="0" y="994919"/>
          <a:ext cx="6581776" cy="842400"/>
        </a:xfrm>
        <a:prstGeom prst="roundRect">
          <a:avLst/>
        </a:prstGeom>
        <a:solidFill>
          <a:srgbClr val="F279A8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Equipment </a:t>
          </a:r>
          <a:endParaRPr lang="en-US" sz="3600" kern="1200"/>
        </a:p>
      </dsp:txBody>
      <dsp:txXfrm>
        <a:off x="41123" y="1036042"/>
        <a:ext cx="6499530" cy="760154"/>
      </dsp:txXfrm>
    </dsp:sp>
    <dsp:sp modelId="{21B46219-DE52-40B0-9DF1-DD0E5E28FC0E}">
      <dsp:nvSpPr>
        <dsp:cNvPr id="0" name=""/>
        <dsp:cNvSpPr/>
      </dsp:nvSpPr>
      <dsp:spPr>
        <a:xfrm>
          <a:off x="0" y="1940999"/>
          <a:ext cx="6581776" cy="842400"/>
        </a:xfrm>
        <a:prstGeom prst="roundRect">
          <a:avLst/>
        </a:prstGeom>
        <a:solidFill>
          <a:srgbClr val="F279CE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Setup</a:t>
          </a:r>
          <a:endParaRPr lang="en-US" sz="3600" kern="1200"/>
        </a:p>
      </dsp:txBody>
      <dsp:txXfrm>
        <a:off x="41123" y="1982122"/>
        <a:ext cx="6499530" cy="760154"/>
      </dsp:txXfrm>
    </dsp:sp>
    <dsp:sp modelId="{8293093E-6BEA-4E02-822B-0A9215AF998F}">
      <dsp:nvSpPr>
        <dsp:cNvPr id="0" name=""/>
        <dsp:cNvSpPr/>
      </dsp:nvSpPr>
      <dsp:spPr>
        <a:xfrm>
          <a:off x="0" y="2887079"/>
          <a:ext cx="6581776" cy="842400"/>
        </a:xfrm>
        <a:prstGeom prst="roundRect">
          <a:avLst/>
        </a:prstGeom>
        <a:solidFill>
          <a:srgbClr val="E279F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/>
            <a:t>Demo</a:t>
          </a:r>
          <a:endParaRPr lang="en-US" sz="3600" kern="1200"/>
        </a:p>
      </dsp:txBody>
      <dsp:txXfrm>
        <a:off x="41123" y="2928202"/>
        <a:ext cx="6499530" cy="760154"/>
      </dsp:txXfrm>
    </dsp:sp>
    <dsp:sp modelId="{BCF03587-E171-40F0-813B-85D2128A50BF}">
      <dsp:nvSpPr>
        <dsp:cNvPr id="0" name=""/>
        <dsp:cNvSpPr/>
      </dsp:nvSpPr>
      <dsp:spPr>
        <a:xfrm>
          <a:off x="0" y="3833160"/>
          <a:ext cx="6581776" cy="842400"/>
        </a:xfrm>
        <a:prstGeom prst="roundRect">
          <a:avLst/>
        </a:prstGeom>
        <a:solidFill>
          <a:srgbClr val="C479F2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CA" sz="3600" kern="1200" dirty="0"/>
            <a:t>Conclusion</a:t>
          </a:r>
          <a:endParaRPr lang="en-US" sz="3600" kern="1200" dirty="0"/>
        </a:p>
      </dsp:txBody>
      <dsp:txXfrm>
        <a:off x="41123" y="3874283"/>
        <a:ext cx="6499530" cy="7601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64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384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633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3755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12/10/2025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48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12/10/2025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58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12/10/2025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3907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675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12/10/2025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5955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00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4929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12/10/2025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8240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9A480A-3A8E-52C4-0CAA-A318C38B4E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8"/>
            <a:ext cx="5227171" cy="3871143"/>
          </a:xfrm>
        </p:spPr>
        <p:txBody>
          <a:bodyPr>
            <a:normAutofit/>
          </a:bodyPr>
          <a:lstStyle/>
          <a:p>
            <a:r>
              <a:rPr lang="en-CA" dirty="0"/>
              <a:t>Ad-blocking using pi-hole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CF92898-42AC-FEAB-9357-2716F5C0FB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1688" y="4785543"/>
            <a:ext cx="4857857" cy="1005657"/>
          </a:xfrm>
        </p:spPr>
        <p:txBody>
          <a:bodyPr>
            <a:normAutofit/>
          </a:bodyPr>
          <a:lstStyle/>
          <a:p>
            <a:r>
              <a:rPr lang="en-CA" dirty="0"/>
              <a:t>By Farwah Bakhsk and Fadwa Shalaby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Abstract red geometric pattern">
            <a:extLst>
              <a:ext uri="{FF2B5EF4-FFF2-40B4-BE49-F238E27FC236}">
                <a16:creationId xmlns:a16="http://schemas.microsoft.com/office/drawing/2014/main" id="{7E6CF542-0093-5861-CDFD-3D1F9D31177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62" r="37483" b="-1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0643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68B2C62-7648-4430-90D5-AE0F252AF1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2B91E7-9253-5442-C5A8-5110948A0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914400"/>
            <a:ext cx="3660776" cy="4404064"/>
          </a:xfrm>
        </p:spPr>
        <p:txBody>
          <a:bodyPr>
            <a:normAutofit/>
          </a:bodyPr>
          <a:lstStyle/>
          <a:p>
            <a:r>
              <a:rPr lang="en-CA" dirty="0"/>
              <a:t>Table of contents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75B4F83-6FDB-4998-8E11-31CE6E704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794B99-5B9D-4B94-9505-1EDED76CD6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E891D25-021A-DC75-2D61-080C8724281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11040060"/>
              </p:ext>
            </p:extLst>
          </p:nvPr>
        </p:nvGraphicFramePr>
        <p:xfrm>
          <a:off x="4876800" y="1066801"/>
          <a:ext cx="6581776" cy="472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84926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AF90-3AEE-F74A-9B84-591E31AB75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EE983-5505-A573-603B-AEF2A76205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89878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5E62A-D2AD-A76E-EF38-D97A77791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Equipment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59C2A-29A5-2823-AB84-1BAD8219E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721019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531C6-13AF-DE91-AD79-213150BE1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56A87B-4023-A72C-3715-26A60611CB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85176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D2B2B-08FA-7BE9-D4FB-154FAD31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B6807A-6308-7E55-342F-298A552F94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10366385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21</Words>
  <Application>Microsoft Office PowerPoint</Application>
  <PresentationFormat>Widescreen</PresentationFormat>
  <Paragraphs>12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Calisto MT</vt:lpstr>
      <vt:lpstr>Univers Condensed</vt:lpstr>
      <vt:lpstr>ChronicleVTI</vt:lpstr>
      <vt:lpstr>Ad-blocking using pi-hole</vt:lpstr>
      <vt:lpstr>Table of contents</vt:lpstr>
      <vt:lpstr>Introduction</vt:lpstr>
      <vt:lpstr>Equipment</vt:lpstr>
      <vt:lpstr>Setup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Fadwa Shalaby</dc:creator>
  <cp:lastModifiedBy>Fadwa Shalaby</cp:lastModifiedBy>
  <cp:revision>1</cp:revision>
  <dcterms:created xsi:type="dcterms:W3CDTF">2025-12-10T06:53:38Z</dcterms:created>
  <dcterms:modified xsi:type="dcterms:W3CDTF">2025-12-10T07:16:20Z</dcterms:modified>
</cp:coreProperties>
</file>