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sldIdLst>
    <p:sldId id="256" r:id="rId2"/>
    <p:sldId id="257" r:id="rId3"/>
    <p:sldId id="258" r:id="rId4"/>
    <p:sldId id="262" r:id="rId5"/>
    <p:sldId id="259" r:id="rId6"/>
    <p:sldId id="260" r:id="rId7"/>
    <p:sldId id="263" r:id="rId8"/>
    <p:sldId id="264" r:id="rId9"/>
    <p:sldId id="265" r:id="rId10"/>
    <p:sldId id="266" r:id="rId11"/>
    <p:sldId id="267" r:id="rId12"/>
    <p:sldId id="268" r:id="rId13"/>
    <p:sldId id="26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9966"/>
    <a:srgbClr val="F279CE"/>
    <a:srgbClr val="F279A8"/>
    <a:srgbClr val="C479F2"/>
    <a:srgbClr val="C29AB1"/>
    <a:srgbClr val="E279F2"/>
    <a:srgbClr val="EC79F2"/>
    <a:srgbClr val="F27979"/>
    <a:srgbClr val="F5A4A4"/>
    <a:srgbClr val="F5A4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9" autoAdjust="0"/>
    <p:restoredTop sz="94660"/>
  </p:normalViewPr>
  <p:slideViewPr>
    <p:cSldViewPr snapToGrid="0">
      <p:cViewPr varScale="1">
        <p:scale>
          <a:sx n="64" d="100"/>
          <a:sy n="64" d="100"/>
        </p:scale>
        <p:origin x="9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B87E3CD-875C-4A02-9540-3125C30CB171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BF7BD0BD-3B1C-4180-B336-5A862968B1D4}">
      <dgm:prSet/>
      <dgm:spPr>
        <a:solidFill>
          <a:srgbClr val="F27979"/>
        </a:solidFill>
      </dgm:spPr>
      <dgm:t>
        <a:bodyPr/>
        <a:lstStyle/>
        <a:p>
          <a:r>
            <a:rPr lang="en-CA" dirty="0"/>
            <a:t>Introduction</a:t>
          </a:r>
          <a:endParaRPr lang="en-US" dirty="0"/>
        </a:p>
      </dgm:t>
    </dgm:pt>
    <dgm:pt modelId="{DD4AD931-3CF3-4587-81ED-8FC39516EEA6}" type="parTrans" cxnId="{20061EDB-6395-488B-AF43-FD207651C396}">
      <dgm:prSet/>
      <dgm:spPr/>
      <dgm:t>
        <a:bodyPr/>
        <a:lstStyle/>
        <a:p>
          <a:endParaRPr lang="en-US"/>
        </a:p>
      </dgm:t>
    </dgm:pt>
    <dgm:pt modelId="{BECF250E-73FF-49C2-8B86-3A2BB25CE87D}" type="sibTrans" cxnId="{20061EDB-6395-488B-AF43-FD207651C396}">
      <dgm:prSet/>
      <dgm:spPr/>
      <dgm:t>
        <a:bodyPr/>
        <a:lstStyle/>
        <a:p>
          <a:endParaRPr lang="en-US"/>
        </a:p>
      </dgm:t>
    </dgm:pt>
    <dgm:pt modelId="{DD5A1D50-9D25-43A6-91C0-CBD4C7683E92}">
      <dgm:prSet/>
      <dgm:spPr>
        <a:solidFill>
          <a:srgbClr val="F279A8"/>
        </a:solidFill>
      </dgm:spPr>
      <dgm:t>
        <a:bodyPr/>
        <a:lstStyle/>
        <a:p>
          <a:r>
            <a:rPr lang="en-CA"/>
            <a:t>Equipment </a:t>
          </a:r>
          <a:endParaRPr lang="en-US"/>
        </a:p>
      </dgm:t>
    </dgm:pt>
    <dgm:pt modelId="{A4207097-BD4F-4B58-AA92-DDD2BD41B9E1}" type="parTrans" cxnId="{F5006160-0687-497F-8CFD-DD371EC8E787}">
      <dgm:prSet/>
      <dgm:spPr/>
      <dgm:t>
        <a:bodyPr/>
        <a:lstStyle/>
        <a:p>
          <a:endParaRPr lang="en-US"/>
        </a:p>
      </dgm:t>
    </dgm:pt>
    <dgm:pt modelId="{969DEDEA-C29D-483C-BBF8-956001713A24}" type="sibTrans" cxnId="{F5006160-0687-497F-8CFD-DD371EC8E787}">
      <dgm:prSet/>
      <dgm:spPr/>
      <dgm:t>
        <a:bodyPr/>
        <a:lstStyle/>
        <a:p>
          <a:endParaRPr lang="en-US"/>
        </a:p>
      </dgm:t>
    </dgm:pt>
    <dgm:pt modelId="{A347D29F-8274-4BC9-85AC-C3F6DA2B706C}">
      <dgm:prSet/>
      <dgm:spPr>
        <a:solidFill>
          <a:srgbClr val="F279CE"/>
        </a:solidFill>
      </dgm:spPr>
      <dgm:t>
        <a:bodyPr/>
        <a:lstStyle/>
        <a:p>
          <a:r>
            <a:rPr lang="en-CA"/>
            <a:t>Setup</a:t>
          </a:r>
          <a:endParaRPr lang="en-US"/>
        </a:p>
      </dgm:t>
    </dgm:pt>
    <dgm:pt modelId="{E30F2E2E-2144-41F6-A0A8-E4175D2A5690}" type="parTrans" cxnId="{846412DA-BD12-43E9-9617-A34A50A89573}">
      <dgm:prSet/>
      <dgm:spPr/>
      <dgm:t>
        <a:bodyPr/>
        <a:lstStyle/>
        <a:p>
          <a:endParaRPr lang="en-US"/>
        </a:p>
      </dgm:t>
    </dgm:pt>
    <dgm:pt modelId="{6D0383D7-392B-4203-B138-1A37CEB8FC4F}" type="sibTrans" cxnId="{846412DA-BD12-43E9-9617-A34A50A89573}">
      <dgm:prSet/>
      <dgm:spPr/>
      <dgm:t>
        <a:bodyPr/>
        <a:lstStyle/>
        <a:p>
          <a:endParaRPr lang="en-US"/>
        </a:p>
      </dgm:t>
    </dgm:pt>
    <dgm:pt modelId="{B71D8F5D-3464-449F-BA77-F2965FFFEB25}">
      <dgm:prSet/>
      <dgm:spPr>
        <a:solidFill>
          <a:srgbClr val="E279F2"/>
        </a:solidFill>
      </dgm:spPr>
      <dgm:t>
        <a:bodyPr/>
        <a:lstStyle/>
        <a:p>
          <a:r>
            <a:rPr lang="en-CA"/>
            <a:t>Demo</a:t>
          </a:r>
          <a:endParaRPr lang="en-US"/>
        </a:p>
      </dgm:t>
    </dgm:pt>
    <dgm:pt modelId="{A34C561C-9A3C-4469-AD77-4BB2244D3342}" type="parTrans" cxnId="{C520FFEC-2698-42D8-BB52-E32836952A58}">
      <dgm:prSet/>
      <dgm:spPr/>
      <dgm:t>
        <a:bodyPr/>
        <a:lstStyle/>
        <a:p>
          <a:endParaRPr lang="en-US"/>
        </a:p>
      </dgm:t>
    </dgm:pt>
    <dgm:pt modelId="{D2051BF6-3C65-4B47-8C46-5361ADBA3286}" type="sibTrans" cxnId="{C520FFEC-2698-42D8-BB52-E32836952A58}">
      <dgm:prSet/>
      <dgm:spPr/>
      <dgm:t>
        <a:bodyPr/>
        <a:lstStyle/>
        <a:p>
          <a:endParaRPr lang="en-US"/>
        </a:p>
      </dgm:t>
    </dgm:pt>
    <dgm:pt modelId="{C6C15CFD-5583-47F3-A286-DE1A863864D8}">
      <dgm:prSet/>
      <dgm:spPr>
        <a:solidFill>
          <a:srgbClr val="C479F2"/>
        </a:solidFill>
      </dgm:spPr>
      <dgm:t>
        <a:bodyPr/>
        <a:lstStyle/>
        <a:p>
          <a:r>
            <a:rPr lang="en-CA" dirty="0"/>
            <a:t>Conclusion</a:t>
          </a:r>
          <a:endParaRPr lang="en-US" dirty="0"/>
        </a:p>
      </dgm:t>
    </dgm:pt>
    <dgm:pt modelId="{EAABFFB0-AE3B-4842-8B64-836A290C5169}" type="parTrans" cxnId="{A59EEEA5-FE7A-4E90-8B38-34A8CAFCA890}">
      <dgm:prSet/>
      <dgm:spPr/>
      <dgm:t>
        <a:bodyPr/>
        <a:lstStyle/>
        <a:p>
          <a:endParaRPr lang="en-US"/>
        </a:p>
      </dgm:t>
    </dgm:pt>
    <dgm:pt modelId="{5080ABFA-33C9-41A1-84AD-C6CB971ADFEB}" type="sibTrans" cxnId="{A59EEEA5-FE7A-4E90-8B38-34A8CAFCA890}">
      <dgm:prSet/>
      <dgm:spPr/>
      <dgm:t>
        <a:bodyPr/>
        <a:lstStyle/>
        <a:p>
          <a:endParaRPr lang="en-US"/>
        </a:p>
      </dgm:t>
    </dgm:pt>
    <dgm:pt modelId="{B1817C0F-70E6-4FE0-8798-5B789EA10954}" type="pres">
      <dgm:prSet presAssocID="{2B87E3CD-875C-4A02-9540-3125C30CB171}" presName="linear" presStyleCnt="0">
        <dgm:presLayoutVars>
          <dgm:animLvl val="lvl"/>
          <dgm:resizeHandles val="exact"/>
        </dgm:presLayoutVars>
      </dgm:prSet>
      <dgm:spPr/>
    </dgm:pt>
    <dgm:pt modelId="{A20F309B-6617-4458-85D6-9E48A9869DEE}" type="pres">
      <dgm:prSet presAssocID="{BF7BD0BD-3B1C-4180-B336-5A862968B1D4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B1665257-3178-4C05-B4AC-F89A5E9BA74F}" type="pres">
      <dgm:prSet presAssocID="{BECF250E-73FF-49C2-8B86-3A2BB25CE87D}" presName="spacer" presStyleCnt="0"/>
      <dgm:spPr/>
    </dgm:pt>
    <dgm:pt modelId="{4B19D895-6657-4215-9F94-1A6647B0BF00}" type="pres">
      <dgm:prSet presAssocID="{DD5A1D50-9D25-43A6-91C0-CBD4C7683E92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EB9520CF-60A2-49C1-8396-FE01CBF960DE}" type="pres">
      <dgm:prSet presAssocID="{969DEDEA-C29D-483C-BBF8-956001713A24}" presName="spacer" presStyleCnt="0"/>
      <dgm:spPr/>
    </dgm:pt>
    <dgm:pt modelId="{21B46219-DE52-40B0-9DF1-DD0E5E28FC0E}" type="pres">
      <dgm:prSet presAssocID="{A347D29F-8274-4BC9-85AC-C3F6DA2B706C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786512D1-8900-49FD-B51A-3C451982D51D}" type="pres">
      <dgm:prSet presAssocID="{6D0383D7-392B-4203-B138-1A37CEB8FC4F}" presName="spacer" presStyleCnt="0"/>
      <dgm:spPr/>
    </dgm:pt>
    <dgm:pt modelId="{8293093E-6BEA-4E02-822B-0A9215AF998F}" type="pres">
      <dgm:prSet presAssocID="{B71D8F5D-3464-449F-BA77-F2965FFFEB25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1790F70F-0F19-4184-A0FC-9B4723DFA56D}" type="pres">
      <dgm:prSet presAssocID="{D2051BF6-3C65-4B47-8C46-5361ADBA3286}" presName="spacer" presStyleCnt="0"/>
      <dgm:spPr/>
    </dgm:pt>
    <dgm:pt modelId="{BCF03587-E171-40F0-813B-85D2128A50BF}" type="pres">
      <dgm:prSet presAssocID="{C6C15CFD-5583-47F3-A286-DE1A863864D8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76867D09-6724-49C9-BCC9-FD2A2B39E1EE}" type="presOf" srcId="{C6C15CFD-5583-47F3-A286-DE1A863864D8}" destId="{BCF03587-E171-40F0-813B-85D2128A50BF}" srcOrd="0" destOrd="0" presId="urn:microsoft.com/office/officeart/2005/8/layout/vList2"/>
    <dgm:cxn modelId="{F5006160-0687-497F-8CFD-DD371EC8E787}" srcId="{2B87E3CD-875C-4A02-9540-3125C30CB171}" destId="{DD5A1D50-9D25-43A6-91C0-CBD4C7683E92}" srcOrd="1" destOrd="0" parTransId="{A4207097-BD4F-4B58-AA92-DDD2BD41B9E1}" sibTransId="{969DEDEA-C29D-483C-BBF8-956001713A24}"/>
    <dgm:cxn modelId="{A59EEEA5-FE7A-4E90-8B38-34A8CAFCA890}" srcId="{2B87E3CD-875C-4A02-9540-3125C30CB171}" destId="{C6C15CFD-5583-47F3-A286-DE1A863864D8}" srcOrd="4" destOrd="0" parTransId="{EAABFFB0-AE3B-4842-8B64-836A290C5169}" sibTransId="{5080ABFA-33C9-41A1-84AD-C6CB971ADFEB}"/>
    <dgm:cxn modelId="{0C8665C7-7038-4596-A554-53E46CA9CDFD}" type="presOf" srcId="{A347D29F-8274-4BC9-85AC-C3F6DA2B706C}" destId="{21B46219-DE52-40B0-9DF1-DD0E5E28FC0E}" srcOrd="0" destOrd="0" presId="urn:microsoft.com/office/officeart/2005/8/layout/vList2"/>
    <dgm:cxn modelId="{91C2D0C9-0B3D-4B23-99F6-E4A440D13D61}" type="presOf" srcId="{DD5A1D50-9D25-43A6-91C0-CBD4C7683E92}" destId="{4B19D895-6657-4215-9F94-1A6647B0BF00}" srcOrd="0" destOrd="0" presId="urn:microsoft.com/office/officeart/2005/8/layout/vList2"/>
    <dgm:cxn modelId="{846412DA-BD12-43E9-9617-A34A50A89573}" srcId="{2B87E3CD-875C-4A02-9540-3125C30CB171}" destId="{A347D29F-8274-4BC9-85AC-C3F6DA2B706C}" srcOrd="2" destOrd="0" parTransId="{E30F2E2E-2144-41F6-A0A8-E4175D2A5690}" sibTransId="{6D0383D7-392B-4203-B138-1A37CEB8FC4F}"/>
    <dgm:cxn modelId="{20061EDB-6395-488B-AF43-FD207651C396}" srcId="{2B87E3CD-875C-4A02-9540-3125C30CB171}" destId="{BF7BD0BD-3B1C-4180-B336-5A862968B1D4}" srcOrd="0" destOrd="0" parTransId="{DD4AD931-3CF3-4587-81ED-8FC39516EEA6}" sibTransId="{BECF250E-73FF-49C2-8B86-3A2BB25CE87D}"/>
    <dgm:cxn modelId="{C6F10FE6-4645-4DD3-AE89-85C2E2F6F0B2}" type="presOf" srcId="{2B87E3CD-875C-4A02-9540-3125C30CB171}" destId="{B1817C0F-70E6-4FE0-8798-5B789EA10954}" srcOrd="0" destOrd="0" presId="urn:microsoft.com/office/officeart/2005/8/layout/vList2"/>
    <dgm:cxn modelId="{C520FFEC-2698-42D8-BB52-E32836952A58}" srcId="{2B87E3CD-875C-4A02-9540-3125C30CB171}" destId="{B71D8F5D-3464-449F-BA77-F2965FFFEB25}" srcOrd="3" destOrd="0" parTransId="{A34C561C-9A3C-4469-AD77-4BB2244D3342}" sibTransId="{D2051BF6-3C65-4B47-8C46-5361ADBA3286}"/>
    <dgm:cxn modelId="{E22DD8EE-6CD3-4416-8B12-98598D2F3302}" type="presOf" srcId="{BF7BD0BD-3B1C-4180-B336-5A862968B1D4}" destId="{A20F309B-6617-4458-85D6-9E48A9869DEE}" srcOrd="0" destOrd="0" presId="urn:microsoft.com/office/officeart/2005/8/layout/vList2"/>
    <dgm:cxn modelId="{B886ECF0-C842-4FDA-B5ED-228654417438}" type="presOf" srcId="{B71D8F5D-3464-449F-BA77-F2965FFFEB25}" destId="{8293093E-6BEA-4E02-822B-0A9215AF998F}" srcOrd="0" destOrd="0" presId="urn:microsoft.com/office/officeart/2005/8/layout/vList2"/>
    <dgm:cxn modelId="{3D7A3F25-C805-4A99-805B-8E82C04F7E09}" type="presParOf" srcId="{B1817C0F-70E6-4FE0-8798-5B789EA10954}" destId="{A20F309B-6617-4458-85D6-9E48A9869DEE}" srcOrd="0" destOrd="0" presId="urn:microsoft.com/office/officeart/2005/8/layout/vList2"/>
    <dgm:cxn modelId="{CF513BB2-1327-4696-986F-EA48A0D549A7}" type="presParOf" srcId="{B1817C0F-70E6-4FE0-8798-5B789EA10954}" destId="{B1665257-3178-4C05-B4AC-F89A5E9BA74F}" srcOrd="1" destOrd="0" presId="urn:microsoft.com/office/officeart/2005/8/layout/vList2"/>
    <dgm:cxn modelId="{3817613D-369D-4D89-B384-6888C12BF8F3}" type="presParOf" srcId="{B1817C0F-70E6-4FE0-8798-5B789EA10954}" destId="{4B19D895-6657-4215-9F94-1A6647B0BF00}" srcOrd="2" destOrd="0" presId="urn:microsoft.com/office/officeart/2005/8/layout/vList2"/>
    <dgm:cxn modelId="{2D9E2859-B6DE-4B3D-8986-9D922203C3B5}" type="presParOf" srcId="{B1817C0F-70E6-4FE0-8798-5B789EA10954}" destId="{EB9520CF-60A2-49C1-8396-FE01CBF960DE}" srcOrd="3" destOrd="0" presId="urn:microsoft.com/office/officeart/2005/8/layout/vList2"/>
    <dgm:cxn modelId="{66874B92-0F02-4A10-A303-8FEF0458E158}" type="presParOf" srcId="{B1817C0F-70E6-4FE0-8798-5B789EA10954}" destId="{21B46219-DE52-40B0-9DF1-DD0E5E28FC0E}" srcOrd="4" destOrd="0" presId="urn:microsoft.com/office/officeart/2005/8/layout/vList2"/>
    <dgm:cxn modelId="{CE9BE5D7-DCBE-4DC7-87A3-7752897927FE}" type="presParOf" srcId="{B1817C0F-70E6-4FE0-8798-5B789EA10954}" destId="{786512D1-8900-49FD-B51A-3C451982D51D}" srcOrd="5" destOrd="0" presId="urn:microsoft.com/office/officeart/2005/8/layout/vList2"/>
    <dgm:cxn modelId="{BA2820D6-3344-4151-BD12-3504B708E5C5}" type="presParOf" srcId="{B1817C0F-70E6-4FE0-8798-5B789EA10954}" destId="{8293093E-6BEA-4E02-822B-0A9215AF998F}" srcOrd="6" destOrd="0" presId="urn:microsoft.com/office/officeart/2005/8/layout/vList2"/>
    <dgm:cxn modelId="{B8F6DE0B-EB31-47FA-A8B2-EB81CC3D1AF9}" type="presParOf" srcId="{B1817C0F-70E6-4FE0-8798-5B789EA10954}" destId="{1790F70F-0F19-4184-A0FC-9B4723DFA56D}" srcOrd="7" destOrd="0" presId="urn:microsoft.com/office/officeart/2005/8/layout/vList2"/>
    <dgm:cxn modelId="{E924D43F-23F0-4F29-B7F0-6415AD1C0DA2}" type="presParOf" srcId="{B1817C0F-70E6-4FE0-8798-5B789EA10954}" destId="{BCF03587-E171-40F0-813B-85D2128A50BF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63EF95-09FA-4E35-AEF7-42CF602282BF}" type="doc">
      <dgm:prSet loTypeId="urn:microsoft.com/office/officeart/2005/8/layout/hList1" loCatId="list" qsTypeId="urn:microsoft.com/office/officeart/2005/8/quickstyle/simple4" qsCatId="simple" csTypeId="urn:microsoft.com/office/officeart/2005/8/colors/colorful4" csCatId="colorful" phldr="1"/>
      <dgm:spPr/>
      <dgm:t>
        <a:bodyPr/>
        <a:lstStyle/>
        <a:p>
          <a:endParaRPr lang="en-CA"/>
        </a:p>
      </dgm:t>
    </dgm:pt>
    <dgm:pt modelId="{B679C9F8-6BB1-4DBC-A4C5-2BC4632E34B3}">
      <dgm:prSet/>
      <dgm:spPr/>
      <dgm:t>
        <a:bodyPr/>
        <a:lstStyle/>
        <a:p>
          <a:r>
            <a:rPr lang="en-CA" dirty="0"/>
            <a:t>Imager</a:t>
          </a:r>
        </a:p>
      </dgm:t>
    </dgm:pt>
    <dgm:pt modelId="{3BD4D16B-335D-4FA4-B890-8F0A1CC1A4D5}" type="parTrans" cxnId="{FC0018FA-CA1C-4943-BB9E-7F13A7902980}">
      <dgm:prSet/>
      <dgm:spPr/>
      <dgm:t>
        <a:bodyPr/>
        <a:lstStyle/>
        <a:p>
          <a:endParaRPr lang="en-CA"/>
        </a:p>
      </dgm:t>
    </dgm:pt>
    <dgm:pt modelId="{09551CFD-E506-4419-96FD-30D809C78EB4}" type="sibTrans" cxnId="{FC0018FA-CA1C-4943-BB9E-7F13A7902980}">
      <dgm:prSet/>
      <dgm:spPr/>
      <dgm:t>
        <a:bodyPr/>
        <a:lstStyle/>
        <a:p>
          <a:endParaRPr lang="en-CA"/>
        </a:p>
      </dgm:t>
    </dgm:pt>
    <dgm:pt modelId="{D6EAB5B1-210D-4C77-80D1-99DEB2B575A1}">
      <dgm:prSet/>
      <dgm:spPr/>
      <dgm:t>
        <a:bodyPr/>
        <a:lstStyle/>
        <a:p>
          <a:r>
            <a:rPr lang="en-CA" dirty="0"/>
            <a:t>Connect</a:t>
          </a:r>
        </a:p>
      </dgm:t>
    </dgm:pt>
    <dgm:pt modelId="{9F72788F-78E4-4909-9A91-11ECCAF59FB6}" type="parTrans" cxnId="{A10892EB-3CE8-4DAC-8F1F-D050FF307BA4}">
      <dgm:prSet/>
      <dgm:spPr/>
      <dgm:t>
        <a:bodyPr/>
        <a:lstStyle/>
        <a:p>
          <a:endParaRPr lang="en-CA"/>
        </a:p>
      </dgm:t>
    </dgm:pt>
    <dgm:pt modelId="{B852350E-3CC4-40C2-8142-BA874F2E4158}" type="sibTrans" cxnId="{A10892EB-3CE8-4DAC-8F1F-D050FF307BA4}">
      <dgm:prSet/>
      <dgm:spPr/>
      <dgm:t>
        <a:bodyPr/>
        <a:lstStyle/>
        <a:p>
          <a:endParaRPr lang="en-CA"/>
        </a:p>
      </dgm:t>
    </dgm:pt>
    <dgm:pt modelId="{AC1F2D19-0649-4FFA-9BB6-2B94135AC4BB}">
      <dgm:prSet/>
      <dgm:spPr/>
      <dgm:t>
        <a:bodyPr/>
        <a:lstStyle/>
        <a:p>
          <a:r>
            <a:rPr lang="en-CA" dirty="0"/>
            <a:t>Docker</a:t>
          </a:r>
        </a:p>
      </dgm:t>
    </dgm:pt>
    <dgm:pt modelId="{086F3AB5-BC38-4CF1-9FFF-3FD42E24D0A0}" type="parTrans" cxnId="{67A9F1CC-F02A-422E-AA3D-A277F6E3BB06}">
      <dgm:prSet/>
      <dgm:spPr/>
      <dgm:t>
        <a:bodyPr/>
        <a:lstStyle/>
        <a:p>
          <a:endParaRPr lang="en-CA"/>
        </a:p>
      </dgm:t>
    </dgm:pt>
    <dgm:pt modelId="{29CD44ED-7A11-4093-AA7F-1A14A24430C7}" type="sibTrans" cxnId="{67A9F1CC-F02A-422E-AA3D-A277F6E3BB06}">
      <dgm:prSet/>
      <dgm:spPr/>
      <dgm:t>
        <a:bodyPr/>
        <a:lstStyle/>
        <a:p>
          <a:endParaRPr lang="en-CA"/>
        </a:p>
      </dgm:t>
    </dgm:pt>
    <dgm:pt modelId="{90E978AC-7F5B-463F-B103-396042D22775}">
      <dgm:prSet custT="1"/>
      <dgm:spPr/>
      <dgm:t>
        <a:bodyPr/>
        <a:lstStyle/>
        <a:p>
          <a:pPr algn="l">
            <a:buFont typeface="Wingdings" panose="05000000000000000000" pitchFamily="2" charset="2"/>
            <a:buChar char="v"/>
          </a:pPr>
          <a:r>
            <a:rPr lang="en-CA" sz="2400" dirty="0">
              <a:solidFill>
                <a:srgbClr val="339966"/>
              </a:solidFill>
            </a:rPr>
            <a:t> Remote access to   existing installation</a:t>
          </a:r>
        </a:p>
      </dgm:t>
    </dgm:pt>
    <dgm:pt modelId="{4318F238-99B4-423A-9BA1-F5D8539F518D}" type="parTrans" cxnId="{8A7D17EB-F0FD-4A0D-B41E-30FF1B19168F}">
      <dgm:prSet/>
      <dgm:spPr/>
      <dgm:t>
        <a:bodyPr/>
        <a:lstStyle/>
        <a:p>
          <a:endParaRPr lang="en-CA"/>
        </a:p>
      </dgm:t>
    </dgm:pt>
    <dgm:pt modelId="{E420D2AF-6E97-4DF7-950E-3A0E5838EF87}" type="sibTrans" cxnId="{8A7D17EB-F0FD-4A0D-B41E-30FF1B19168F}">
      <dgm:prSet/>
      <dgm:spPr/>
      <dgm:t>
        <a:bodyPr/>
        <a:lstStyle/>
        <a:p>
          <a:endParaRPr lang="en-CA"/>
        </a:p>
      </dgm:t>
    </dgm:pt>
    <dgm:pt modelId="{01E36EF9-84DF-4241-B2D7-84AFAED8C9DF}">
      <dgm:prSet custT="1"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CA" sz="2400" dirty="0">
              <a:solidFill>
                <a:schemeClr val="accent5">
                  <a:lumMod val="50000"/>
                </a:schemeClr>
              </a:solidFill>
            </a:rPr>
            <a:t> Runs on Container</a:t>
          </a:r>
        </a:p>
      </dgm:t>
    </dgm:pt>
    <dgm:pt modelId="{B8B9616E-9121-4906-8CAF-0E90F5180578}" type="parTrans" cxnId="{709E1198-CF47-4E87-9E5E-7D8D9E7965A7}">
      <dgm:prSet/>
      <dgm:spPr/>
      <dgm:t>
        <a:bodyPr/>
        <a:lstStyle/>
        <a:p>
          <a:endParaRPr lang="en-CA"/>
        </a:p>
      </dgm:t>
    </dgm:pt>
    <dgm:pt modelId="{8382289B-BF35-4E0D-9A1D-0D52981A3F5B}" type="sibTrans" cxnId="{709E1198-CF47-4E87-9E5E-7D8D9E7965A7}">
      <dgm:prSet/>
      <dgm:spPr/>
      <dgm:t>
        <a:bodyPr/>
        <a:lstStyle/>
        <a:p>
          <a:endParaRPr lang="en-CA"/>
        </a:p>
      </dgm:t>
    </dgm:pt>
    <dgm:pt modelId="{1ED69249-3A43-47A9-BA37-C95F7B8A8E19}">
      <dgm:prSet custT="1"/>
      <dgm:spPr/>
      <dgm:t>
        <a:bodyPr/>
        <a:lstStyle/>
        <a:p>
          <a:pPr>
            <a:lnSpc>
              <a:spcPct val="100000"/>
            </a:lnSpc>
            <a:buFont typeface="Wingdings" panose="05000000000000000000" pitchFamily="2" charset="2"/>
            <a:buChar char="v"/>
          </a:pPr>
          <a:r>
            <a:rPr lang="en-CA" sz="2400" dirty="0">
              <a:solidFill>
                <a:schemeClr val="accent1">
                  <a:lumMod val="50000"/>
                </a:schemeClr>
              </a:solidFill>
            </a:rPr>
            <a:t> Flashing SD card</a:t>
          </a:r>
        </a:p>
      </dgm:t>
    </dgm:pt>
    <dgm:pt modelId="{B6B5E4EF-156B-4831-B1DF-7BFEEEBE2B5A}" type="parTrans" cxnId="{261EA44E-EAED-4994-9823-3A824960EAAE}">
      <dgm:prSet/>
      <dgm:spPr/>
      <dgm:t>
        <a:bodyPr/>
        <a:lstStyle/>
        <a:p>
          <a:endParaRPr lang="en-CA"/>
        </a:p>
      </dgm:t>
    </dgm:pt>
    <dgm:pt modelId="{9925CE77-E951-482B-8E78-322C4BB37A34}" type="sibTrans" cxnId="{261EA44E-EAED-4994-9823-3A824960EAAE}">
      <dgm:prSet/>
      <dgm:spPr/>
      <dgm:t>
        <a:bodyPr/>
        <a:lstStyle/>
        <a:p>
          <a:endParaRPr lang="en-CA"/>
        </a:p>
      </dgm:t>
    </dgm:pt>
    <dgm:pt modelId="{9575DEF6-E03B-4567-A883-F2C97E7C8ECF}">
      <dgm:prSet custT="1"/>
      <dgm:spPr/>
      <dgm:t>
        <a:bodyPr/>
        <a:lstStyle/>
        <a:p>
          <a:pPr>
            <a:buFont typeface="Wingdings" panose="05000000000000000000" pitchFamily="2" charset="2"/>
            <a:buChar char="v"/>
          </a:pPr>
          <a:endParaRPr lang="en-CA" sz="2400" dirty="0">
            <a:solidFill>
              <a:schemeClr val="accent5">
                <a:lumMod val="50000"/>
              </a:schemeClr>
            </a:solidFill>
          </a:endParaRPr>
        </a:p>
      </dgm:t>
    </dgm:pt>
    <dgm:pt modelId="{44F10462-7BCB-4849-B5A0-A023FCD8F016}" type="parTrans" cxnId="{83A65AB0-A019-413C-B7FF-2CCB7F104193}">
      <dgm:prSet/>
      <dgm:spPr/>
      <dgm:t>
        <a:bodyPr/>
        <a:lstStyle/>
        <a:p>
          <a:endParaRPr lang="en-CA"/>
        </a:p>
      </dgm:t>
    </dgm:pt>
    <dgm:pt modelId="{789B1D2D-592E-4C38-8607-C3E4BCD8313F}" type="sibTrans" cxnId="{83A65AB0-A019-413C-B7FF-2CCB7F104193}">
      <dgm:prSet/>
      <dgm:spPr/>
      <dgm:t>
        <a:bodyPr/>
        <a:lstStyle/>
        <a:p>
          <a:endParaRPr lang="en-CA"/>
        </a:p>
      </dgm:t>
    </dgm:pt>
    <dgm:pt modelId="{AF8A5BB3-CB38-4DBB-857D-871F87562D10}">
      <dgm:prSet custT="1"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CA" sz="2400" dirty="0">
              <a:solidFill>
                <a:schemeClr val="accent5">
                  <a:lumMod val="50000"/>
                </a:schemeClr>
              </a:solidFill>
            </a:rPr>
            <a:t> For PC &amp; servers</a:t>
          </a:r>
        </a:p>
      </dgm:t>
    </dgm:pt>
    <dgm:pt modelId="{91730E22-9061-426E-B8AE-C3DC04AC99A4}" type="parTrans" cxnId="{E271665C-1ADA-4F3C-A047-5571EBD38DEA}">
      <dgm:prSet/>
      <dgm:spPr/>
      <dgm:t>
        <a:bodyPr/>
        <a:lstStyle/>
        <a:p>
          <a:endParaRPr lang="en-CA"/>
        </a:p>
      </dgm:t>
    </dgm:pt>
    <dgm:pt modelId="{0EB38BA4-70CB-40DC-A9F5-43FFB340EC72}" type="sibTrans" cxnId="{E271665C-1ADA-4F3C-A047-5571EBD38DEA}">
      <dgm:prSet/>
      <dgm:spPr/>
      <dgm:t>
        <a:bodyPr/>
        <a:lstStyle/>
        <a:p>
          <a:endParaRPr lang="en-CA"/>
        </a:p>
      </dgm:t>
    </dgm:pt>
    <dgm:pt modelId="{BAB3DB7C-ACB8-4737-9647-546CBFD50027}">
      <dgm:prSet custT="1"/>
      <dgm:spPr/>
      <dgm:t>
        <a:bodyPr/>
        <a:lstStyle/>
        <a:p>
          <a:pPr>
            <a:lnSpc>
              <a:spcPct val="100000"/>
            </a:lnSpc>
            <a:buFont typeface="Wingdings" panose="05000000000000000000" pitchFamily="2" charset="2"/>
            <a:buChar char="v"/>
          </a:pPr>
          <a:r>
            <a:rPr lang="en-CA" sz="2400" dirty="0">
              <a:solidFill>
                <a:schemeClr val="accent1">
                  <a:lumMod val="50000"/>
                </a:schemeClr>
              </a:solidFill>
            </a:rPr>
            <a:t> For </a:t>
          </a:r>
          <a:r>
            <a:rPr lang="en-CA" sz="2400" dirty="0" err="1">
              <a:solidFill>
                <a:schemeClr val="accent1">
                  <a:lumMod val="50000"/>
                </a:schemeClr>
              </a:solidFill>
            </a:rPr>
            <a:t>RaspberryPi</a:t>
          </a:r>
          <a:endParaRPr lang="en-CA" sz="2400" dirty="0">
            <a:solidFill>
              <a:schemeClr val="accent1">
                <a:lumMod val="50000"/>
              </a:schemeClr>
            </a:solidFill>
          </a:endParaRPr>
        </a:p>
      </dgm:t>
    </dgm:pt>
    <dgm:pt modelId="{9E03FEA8-E81B-4EAE-BBFB-6FFBA19E244F}" type="parTrans" cxnId="{A7684E82-5672-4C76-82E9-05D01D6940BD}">
      <dgm:prSet/>
      <dgm:spPr/>
      <dgm:t>
        <a:bodyPr/>
        <a:lstStyle/>
        <a:p>
          <a:endParaRPr lang="en-CA"/>
        </a:p>
      </dgm:t>
    </dgm:pt>
    <dgm:pt modelId="{931B5FE7-D6A9-4E0C-9BF7-2101BF44EAE0}" type="sibTrans" cxnId="{A7684E82-5672-4C76-82E9-05D01D6940BD}">
      <dgm:prSet/>
      <dgm:spPr/>
      <dgm:t>
        <a:bodyPr/>
        <a:lstStyle/>
        <a:p>
          <a:endParaRPr lang="en-CA"/>
        </a:p>
      </dgm:t>
    </dgm:pt>
    <dgm:pt modelId="{360BFAEB-8EDD-4393-BDBA-A6C2B652DFC6}">
      <dgm:prSet custT="1"/>
      <dgm:spPr/>
      <dgm:t>
        <a:bodyPr/>
        <a:lstStyle/>
        <a:p>
          <a:pPr algn="l">
            <a:buFont typeface="Wingdings" panose="05000000000000000000" pitchFamily="2" charset="2"/>
            <a:buChar char="v"/>
          </a:pPr>
          <a:r>
            <a:rPr lang="en-CA" sz="2400" dirty="0">
              <a:solidFill>
                <a:srgbClr val="339966"/>
              </a:solidFill>
            </a:rPr>
            <a:t> Connects securely to a Cloud</a:t>
          </a:r>
        </a:p>
      </dgm:t>
    </dgm:pt>
    <dgm:pt modelId="{8BC9224C-8103-42E0-9B90-AD9C9880E0BB}" type="parTrans" cxnId="{6971B044-FE13-446B-9A45-79827A6EFEAA}">
      <dgm:prSet/>
      <dgm:spPr/>
      <dgm:t>
        <a:bodyPr/>
        <a:lstStyle/>
        <a:p>
          <a:endParaRPr lang="en-CA"/>
        </a:p>
      </dgm:t>
    </dgm:pt>
    <dgm:pt modelId="{C4BB765E-C3EC-4CD9-81ED-19FA9A12C151}" type="sibTrans" cxnId="{6971B044-FE13-446B-9A45-79827A6EFEAA}">
      <dgm:prSet/>
      <dgm:spPr/>
      <dgm:t>
        <a:bodyPr/>
        <a:lstStyle/>
        <a:p>
          <a:endParaRPr lang="en-CA"/>
        </a:p>
      </dgm:t>
    </dgm:pt>
    <dgm:pt modelId="{B3E9DB36-F0DE-4371-8520-904242F84364}">
      <dgm:prSet custT="1"/>
      <dgm:spPr/>
      <dgm:t>
        <a:bodyPr/>
        <a:lstStyle/>
        <a:p>
          <a:pPr algn="l">
            <a:buFont typeface="Wingdings" panose="05000000000000000000" pitchFamily="2" charset="2"/>
            <a:buChar char="v"/>
          </a:pPr>
          <a:r>
            <a:rPr lang="en-CA" sz="2400" dirty="0">
              <a:solidFill>
                <a:srgbClr val="339966"/>
              </a:solidFill>
            </a:rPr>
            <a:t> Doesn’t install Pi-Hole..</a:t>
          </a:r>
        </a:p>
      </dgm:t>
    </dgm:pt>
    <dgm:pt modelId="{D7BF42A3-4D8F-408A-A1CD-0AF11A606155}" type="parTrans" cxnId="{820F955E-4322-4BA3-9CA7-7F1AC844B4B6}">
      <dgm:prSet/>
      <dgm:spPr/>
      <dgm:t>
        <a:bodyPr/>
        <a:lstStyle/>
        <a:p>
          <a:endParaRPr lang="en-CA"/>
        </a:p>
      </dgm:t>
    </dgm:pt>
    <dgm:pt modelId="{4ACA0F3F-741F-4DF5-8D0E-71E418B9607B}" type="sibTrans" cxnId="{820F955E-4322-4BA3-9CA7-7F1AC844B4B6}">
      <dgm:prSet/>
      <dgm:spPr/>
      <dgm:t>
        <a:bodyPr/>
        <a:lstStyle/>
        <a:p>
          <a:endParaRPr lang="en-CA"/>
        </a:p>
      </dgm:t>
    </dgm:pt>
    <dgm:pt modelId="{75BCD021-99B1-41BB-907B-2644CC413F43}">
      <dgm:prSet custT="1"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CA" sz="2400" dirty="0">
              <a:solidFill>
                <a:schemeClr val="accent5">
                  <a:lumMod val="50000"/>
                </a:schemeClr>
              </a:solidFill>
            </a:rPr>
            <a:t> Not directly on OS</a:t>
          </a:r>
        </a:p>
      </dgm:t>
    </dgm:pt>
    <dgm:pt modelId="{597A552A-F7FF-4277-A123-75AE021F305A}" type="parTrans" cxnId="{A561A2E7-12A3-490C-85FA-8FBEB4CEBFD0}">
      <dgm:prSet/>
      <dgm:spPr/>
      <dgm:t>
        <a:bodyPr/>
        <a:lstStyle/>
        <a:p>
          <a:endParaRPr lang="en-CA"/>
        </a:p>
      </dgm:t>
    </dgm:pt>
    <dgm:pt modelId="{4EE19592-6667-470B-8D86-014E2778AA0A}" type="sibTrans" cxnId="{A561A2E7-12A3-490C-85FA-8FBEB4CEBFD0}">
      <dgm:prSet/>
      <dgm:spPr/>
      <dgm:t>
        <a:bodyPr/>
        <a:lstStyle/>
        <a:p>
          <a:endParaRPr lang="en-CA"/>
        </a:p>
      </dgm:t>
    </dgm:pt>
    <dgm:pt modelId="{B3D4C30C-4EAE-492B-B0BA-D75E54AF8C9A}">
      <dgm:prSet custT="1"/>
      <dgm:spPr/>
      <dgm:t>
        <a:bodyPr/>
        <a:lstStyle/>
        <a:p>
          <a:pPr>
            <a:lnSpc>
              <a:spcPct val="100000"/>
            </a:lnSpc>
            <a:buFont typeface="Wingdings" panose="05000000000000000000" pitchFamily="2" charset="2"/>
            <a:buChar char="v"/>
          </a:pPr>
          <a:r>
            <a:rPr lang="en-CA" sz="2400" dirty="0">
              <a:solidFill>
                <a:schemeClr val="accent1">
                  <a:lumMod val="50000"/>
                </a:schemeClr>
              </a:solidFill>
            </a:rPr>
            <a:t> Installs Pi-Hole!</a:t>
          </a:r>
        </a:p>
      </dgm:t>
    </dgm:pt>
    <dgm:pt modelId="{A780A25D-0EB6-42C9-9728-4BCBD94AF00B}" type="parTrans" cxnId="{A5D8C835-D848-44A5-A089-9F69D3F5994B}">
      <dgm:prSet/>
      <dgm:spPr/>
      <dgm:t>
        <a:bodyPr/>
        <a:lstStyle/>
        <a:p>
          <a:endParaRPr lang="en-CA"/>
        </a:p>
      </dgm:t>
    </dgm:pt>
    <dgm:pt modelId="{78E9B835-2400-4F39-BD26-5FE2BBF3EB26}" type="sibTrans" cxnId="{A5D8C835-D848-44A5-A089-9F69D3F5994B}">
      <dgm:prSet/>
      <dgm:spPr/>
      <dgm:t>
        <a:bodyPr/>
        <a:lstStyle/>
        <a:p>
          <a:endParaRPr lang="en-CA"/>
        </a:p>
      </dgm:t>
    </dgm:pt>
    <dgm:pt modelId="{BA54BF8D-3212-49E2-A2BE-36F01142EE94}">
      <dgm:prSet custT="1"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CA" sz="2400" dirty="0">
              <a:solidFill>
                <a:schemeClr val="accent5">
                  <a:lumMod val="50000"/>
                </a:schemeClr>
              </a:solidFill>
            </a:rPr>
            <a:t> Installs Pi-Hole!</a:t>
          </a:r>
        </a:p>
      </dgm:t>
    </dgm:pt>
    <dgm:pt modelId="{926719DC-00A7-42DA-85F2-EC51CB718939}" type="parTrans" cxnId="{B07401F5-1D7D-4DFF-A895-D7144F6E1948}">
      <dgm:prSet/>
      <dgm:spPr/>
      <dgm:t>
        <a:bodyPr/>
        <a:lstStyle/>
        <a:p>
          <a:endParaRPr lang="en-CA"/>
        </a:p>
      </dgm:t>
    </dgm:pt>
    <dgm:pt modelId="{EB61BD79-0AD3-473E-B2D2-0397185DA51D}" type="sibTrans" cxnId="{B07401F5-1D7D-4DFF-A895-D7144F6E1948}">
      <dgm:prSet/>
      <dgm:spPr/>
      <dgm:t>
        <a:bodyPr/>
        <a:lstStyle/>
        <a:p>
          <a:endParaRPr lang="en-CA"/>
        </a:p>
      </dgm:t>
    </dgm:pt>
    <dgm:pt modelId="{DD2E31A8-2444-49D7-B0C6-FFDA3D386A4D}">
      <dgm:prSet custT="1"/>
      <dgm:spPr/>
      <dgm:t>
        <a:bodyPr/>
        <a:lstStyle/>
        <a:p>
          <a:pPr>
            <a:lnSpc>
              <a:spcPct val="100000"/>
            </a:lnSpc>
            <a:buFont typeface="Wingdings" panose="05000000000000000000" pitchFamily="2" charset="2"/>
            <a:buChar char="v"/>
          </a:pPr>
          <a:r>
            <a:rPr lang="en-CA" sz="2400" dirty="0">
              <a:solidFill>
                <a:schemeClr val="accent1">
                  <a:lumMod val="50000"/>
                </a:schemeClr>
              </a:solidFill>
            </a:rPr>
            <a:t> Directly on OS</a:t>
          </a:r>
        </a:p>
      </dgm:t>
    </dgm:pt>
    <dgm:pt modelId="{D90BB30C-0880-407A-ADD4-9984C6F00BD5}" type="parTrans" cxnId="{BCBBC46B-AAEA-4F84-80DC-CD5E41123426}">
      <dgm:prSet/>
      <dgm:spPr/>
      <dgm:t>
        <a:bodyPr/>
        <a:lstStyle/>
        <a:p>
          <a:endParaRPr lang="en-CA"/>
        </a:p>
      </dgm:t>
    </dgm:pt>
    <dgm:pt modelId="{0E93220B-5C7E-40FA-A629-9601B31B6EAE}" type="sibTrans" cxnId="{BCBBC46B-AAEA-4F84-80DC-CD5E41123426}">
      <dgm:prSet/>
      <dgm:spPr/>
      <dgm:t>
        <a:bodyPr/>
        <a:lstStyle/>
        <a:p>
          <a:endParaRPr lang="en-CA"/>
        </a:p>
      </dgm:t>
    </dgm:pt>
    <dgm:pt modelId="{54DBA8FE-9B85-4625-B5C7-61735FBD161D}">
      <dgm:prSet custT="1"/>
      <dgm:spPr/>
      <dgm:t>
        <a:bodyPr/>
        <a:lstStyle/>
        <a:p>
          <a:pPr>
            <a:lnSpc>
              <a:spcPct val="100000"/>
            </a:lnSpc>
            <a:buFont typeface="Wingdings" panose="05000000000000000000" pitchFamily="2" charset="2"/>
            <a:buChar char="v"/>
          </a:pPr>
          <a:r>
            <a:rPr lang="en-CA" sz="2400" dirty="0">
              <a:solidFill>
                <a:schemeClr val="accent1">
                  <a:lumMod val="50000"/>
                </a:schemeClr>
              </a:solidFill>
            </a:rPr>
            <a:t> Easiest Method</a:t>
          </a:r>
        </a:p>
      </dgm:t>
    </dgm:pt>
    <dgm:pt modelId="{B2742AF1-0126-4DB9-BCEF-88E15425FE5A}" type="parTrans" cxnId="{EDEDA926-E168-437C-B365-00E6F7B732D9}">
      <dgm:prSet/>
      <dgm:spPr/>
      <dgm:t>
        <a:bodyPr/>
        <a:lstStyle/>
        <a:p>
          <a:endParaRPr lang="en-CA"/>
        </a:p>
      </dgm:t>
    </dgm:pt>
    <dgm:pt modelId="{03E8C02D-C188-409C-96D5-ABB3042D3C44}" type="sibTrans" cxnId="{EDEDA926-E168-437C-B365-00E6F7B732D9}">
      <dgm:prSet/>
      <dgm:spPr/>
      <dgm:t>
        <a:bodyPr/>
        <a:lstStyle/>
        <a:p>
          <a:endParaRPr lang="en-CA"/>
        </a:p>
      </dgm:t>
    </dgm:pt>
    <dgm:pt modelId="{7838C737-5797-41DD-98C6-B3A958B56658}">
      <dgm:prSet custT="1"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CA" sz="2400" dirty="0">
              <a:solidFill>
                <a:schemeClr val="accent5">
                  <a:lumMod val="50000"/>
                </a:schemeClr>
              </a:solidFill>
            </a:rPr>
            <a:t> Advanced Method</a:t>
          </a:r>
        </a:p>
      </dgm:t>
    </dgm:pt>
    <dgm:pt modelId="{DE539FB6-547D-49EA-86D6-96D55D6A4393}" type="parTrans" cxnId="{967FB12F-F7EF-4F20-BCB4-B4E8795B899F}">
      <dgm:prSet/>
      <dgm:spPr/>
      <dgm:t>
        <a:bodyPr/>
        <a:lstStyle/>
        <a:p>
          <a:endParaRPr lang="en-CA"/>
        </a:p>
      </dgm:t>
    </dgm:pt>
    <dgm:pt modelId="{368A15BA-23E9-4270-B373-70B940C92240}" type="sibTrans" cxnId="{967FB12F-F7EF-4F20-BCB4-B4E8795B899F}">
      <dgm:prSet/>
      <dgm:spPr/>
      <dgm:t>
        <a:bodyPr/>
        <a:lstStyle/>
        <a:p>
          <a:endParaRPr lang="en-CA"/>
        </a:p>
      </dgm:t>
    </dgm:pt>
    <dgm:pt modelId="{2AC1162F-D929-4EF3-AE9D-7E1FCB64CCC6}" type="pres">
      <dgm:prSet presAssocID="{AA63EF95-09FA-4E35-AEF7-42CF602282BF}" presName="Name0" presStyleCnt="0">
        <dgm:presLayoutVars>
          <dgm:dir/>
          <dgm:animLvl val="lvl"/>
          <dgm:resizeHandles val="exact"/>
        </dgm:presLayoutVars>
      </dgm:prSet>
      <dgm:spPr/>
    </dgm:pt>
    <dgm:pt modelId="{589A6D53-E3BB-4275-86D4-DCF97CB81FFC}" type="pres">
      <dgm:prSet presAssocID="{B679C9F8-6BB1-4DBC-A4C5-2BC4632E34B3}" presName="composite" presStyleCnt="0"/>
      <dgm:spPr/>
    </dgm:pt>
    <dgm:pt modelId="{0404CA1E-55E4-4AF8-89D6-676068F32762}" type="pres">
      <dgm:prSet presAssocID="{B679C9F8-6BB1-4DBC-A4C5-2BC4632E34B3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8568EF95-B596-4BBC-A3BE-C6B9992DC6BF}" type="pres">
      <dgm:prSet presAssocID="{B679C9F8-6BB1-4DBC-A4C5-2BC4632E34B3}" presName="desTx" presStyleLbl="alignAccFollowNode1" presStyleIdx="0" presStyleCnt="3">
        <dgm:presLayoutVars>
          <dgm:bulletEnabled val="1"/>
        </dgm:presLayoutVars>
      </dgm:prSet>
      <dgm:spPr/>
    </dgm:pt>
    <dgm:pt modelId="{D317D10B-4E0A-4F39-8F42-C53B4980DFA2}" type="pres">
      <dgm:prSet presAssocID="{09551CFD-E506-4419-96FD-30D809C78EB4}" presName="space" presStyleCnt="0"/>
      <dgm:spPr/>
    </dgm:pt>
    <dgm:pt modelId="{B40C7DD2-BBDB-4986-B3FE-D2A089887B44}" type="pres">
      <dgm:prSet presAssocID="{D6EAB5B1-210D-4C77-80D1-99DEB2B575A1}" presName="composite" presStyleCnt="0"/>
      <dgm:spPr/>
    </dgm:pt>
    <dgm:pt modelId="{F31E02EB-B6B5-4382-B209-CCB6055829AC}" type="pres">
      <dgm:prSet presAssocID="{D6EAB5B1-210D-4C77-80D1-99DEB2B575A1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A07F1309-F6CF-4E9B-8875-C4DFAA790273}" type="pres">
      <dgm:prSet presAssocID="{D6EAB5B1-210D-4C77-80D1-99DEB2B575A1}" presName="desTx" presStyleLbl="alignAccFollowNode1" presStyleIdx="1" presStyleCnt="3">
        <dgm:presLayoutVars>
          <dgm:bulletEnabled val="1"/>
        </dgm:presLayoutVars>
      </dgm:prSet>
      <dgm:spPr/>
    </dgm:pt>
    <dgm:pt modelId="{86D3DBBC-686F-4818-B315-BEABC136D41A}" type="pres">
      <dgm:prSet presAssocID="{B852350E-3CC4-40C2-8142-BA874F2E4158}" presName="space" presStyleCnt="0"/>
      <dgm:spPr/>
    </dgm:pt>
    <dgm:pt modelId="{DDE57E0A-2621-4A25-A2AC-669A98E24B6B}" type="pres">
      <dgm:prSet presAssocID="{AC1F2D19-0649-4FFA-9BB6-2B94135AC4BB}" presName="composite" presStyleCnt="0"/>
      <dgm:spPr/>
    </dgm:pt>
    <dgm:pt modelId="{F1925FF9-44D1-4D0A-B4CC-91EFEDDCB7A2}" type="pres">
      <dgm:prSet presAssocID="{AC1F2D19-0649-4FFA-9BB6-2B94135AC4BB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66A20804-96A6-47C1-A60E-9572E214C737}" type="pres">
      <dgm:prSet presAssocID="{AC1F2D19-0649-4FFA-9BB6-2B94135AC4BB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0C15B511-F350-4E34-BCEF-5325DCD35D40}" type="presOf" srcId="{9575DEF6-E03B-4567-A883-F2C97E7C8ECF}" destId="{66A20804-96A6-47C1-A60E-9572E214C737}" srcOrd="0" destOrd="5" presId="urn:microsoft.com/office/officeart/2005/8/layout/hList1"/>
    <dgm:cxn modelId="{47568816-36F0-4EB6-A92D-D8D308BD046A}" type="presOf" srcId="{7838C737-5797-41DD-98C6-B3A958B56658}" destId="{66A20804-96A6-47C1-A60E-9572E214C737}" srcOrd="0" destOrd="4" presId="urn:microsoft.com/office/officeart/2005/8/layout/hList1"/>
    <dgm:cxn modelId="{765D7919-DC8C-46A6-9941-A802A38F4F70}" type="presOf" srcId="{90E978AC-7F5B-463F-B103-396042D22775}" destId="{A07F1309-F6CF-4E9B-8875-C4DFAA790273}" srcOrd="0" destOrd="0" presId="urn:microsoft.com/office/officeart/2005/8/layout/hList1"/>
    <dgm:cxn modelId="{5244001F-5246-4D86-85DA-6E4594F5C047}" type="presOf" srcId="{AC1F2D19-0649-4FFA-9BB6-2B94135AC4BB}" destId="{F1925FF9-44D1-4D0A-B4CC-91EFEDDCB7A2}" srcOrd="0" destOrd="0" presId="urn:microsoft.com/office/officeart/2005/8/layout/hList1"/>
    <dgm:cxn modelId="{EDEDA926-E168-437C-B365-00E6F7B732D9}" srcId="{B679C9F8-6BB1-4DBC-A4C5-2BC4632E34B3}" destId="{54DBA8FE-9B85-4625-B5C7-61735FBD161D}" srcOrd="4" destOrd="0" parTransId="{B2742AF1-0126-4DB9-BCEF-88E15425FE5A}" sibTransId="{03E8C02D-C188-409C-96D5-ABB3042D3C44}"/>
    <dgm:cxn modelId="{967FB12F-F7EF-4F20-BCB4-B4E8795B899F}" srcId="{AC1F2D19-0649-4FFA-9BB6-2B94135AC4BB}" destId="{7838C737-5797-41DD-98C6-B3A958B56658}" srcOrd="4" destOrd="0" parTransId="{DE539FB6-547D-49EA-86D6-96D55D6A4393}" sibTransId="{368A15BA-23E9-4270-B373-70B940C92240}"/>
    <dgm:cxn modelId="{A5D8C835-D848-44A5-A089-9F69D3F5994B}" srcId="{B679C9F8-6BB1-4DBC-A4C5-2BC4632E34B3}" destId="{B3D4C30C-4EAE-492B-B0BA-D75E54AF8C9A}" srcOrd="3" destOrd="0" parTransId="{A780A25D-0EB6-42C9-9728-4BCBD94AF00B}" sibTransId="{78E9B835-2400-4F39-BD26-5FE2BBF3EB26}"/>
    <dgm:cxn modelId="{6FCDB037-0AC4-4E40-B913-3586C61BB984}" type="presOf" srcId="{B679C9F8-6BB1-4DBC-A4C5-2BC4632E34B3}" destId="{0404CA1E-55E4-4AF8-89D6-676068F32762}" srcOrd="0" destOrd="0" presId="urn:microsoft.com/office/officeart/2005/8/layout/hList1"/>
    <dgm:cxn modelId="{A4AFCA3A-E57A-48A2-A013-FA475333888C}" type="presOf" srcId="{BAB3DB7C-ACB8-4737-9647-546CBFD50027}" destId="{8568EF95-B596-4BBC-A3BE-C6B9992DC6BF}" srcOrd="0" destOrd="2" presId="urn:microsoft.com/office/officeart/2005/8/layout/hList1"/>
    <dgm:cxn modelId="{E271665C-1ADA-4F3C-A047-5571EBD38DEA}" srcId="{AC1F2D19-0649-4FFA-9BB6-2B94135AC4BB}" destId="{AF8A5BB3-CB38-4DBB-857D-871F87562D10}" srcOrd="2" destOrd="0" parTransId="{91730E22-9061-426E-B8AE-C3DC04AC99A4}" sibTransId="{0EB38BA4-70CB-40DC-A9F5-43FFB340EC72}"/>
    <dgm:cxn modelId="{3800C15D-2382-4AF3-AD83-CC75B86AFF9D}" type="presOf" srcId="{BA54BF8D-3212-49E2-A2BE-36F01142EE94}" destId="{66A20804-96A6-47C1-A60E-9572E214C737}" srcOrd="0" destOrd="3" presId="urn:microsoft.com/office/officeart/2005/8/layout/hList1"/>
    <dgm:cxn modelId="{820F955E-4322-4BA3-9CA7-7F1AC844B4B6}" srcId="{D6EAB5B1-210D-4C77-80D1-99DEB2B575A1}" destId="{B3E9DB36-F0DE-4371-8520-904242F84364}" srcOrd="2" destOrd="0" parTransId="{D7BF42A3-4D8F-408A-A1CD-0AF11A606155}" sibTransId="{4ACA0F3F-741F-4DF5-8D0E-71E418B9607B}"/>
    <dgm:cxn modelId="{6971B044-FE13-446B-9A45-79827A6EFEAA}" srcId="{D6EAB5B1-210D-4C77-80D1-99DEB2B575A1}" destId="{360BFAEB-8EDD-4393-BDBA-A6C2B652DFC6}" srcOrd="1" destOrd="0" parTransId="{8BC9224C-8103-42E0-9B90-AD9C9880E0BB}" sibTransId="{C4BB765E-C3EC-4CD9-81ED-19FA9A12C151}"/>
    <dgm:cxn modelId="{BCBBC46B-AAEA-4F84-80DC-CD5E41123426}" srcId="{B679C9F8-6BB1-4DBC-A4C5-2BC4632E34B3}" destId="{DD2E31A8-2444-49D7-B0C6-FFDA3D386A4D}" srcOrd="1" destOrd="0" parTransId="{D90BB30C-0880-407A-ADD4-9984C6F00BD5}" sibTransId="{0E93220B-5C7E-40FA-A629-9601B31B6EAE}"/>
    <dgm:cxn modelId="{261EA44E-EAED-4994-9823-3A824960EAAE}" srcId="{B679C9F8-6BB1-4DBC-A4C5-2BC4632E34B3}" destId="{1ED69249-3A43-47A9-BA37-C95F7B8A8E19}" srcOrd="0" destOrd="0" parTransId="{B6B5E4EF-156B-4831-B1DF-7BFEEEBE2B5A}" sibTransId="{9925CE77-E951-482B-8E78-322C4BB37A34}"/>
    <dgm:cxn modelId="{F196236F-0F7B-42F3-BFF3-44FB5ABF413E}" type="presOf" srcId="{01E36EF9-84DF-4241-B2D7-84AFAED8C9DF}" destId="{66A20804-96A6-47C1-A60E-9572E214C737}" srcOrd="0" destOrd="0" presId="urn:microsoft.com/office/officeart/2005/8/layout/hList1"/>
    <dgm:cxn modelId="{A7684E82-5672-4C76-82E9-05D01D6940BD}" srcId="{B679C9F8-6BB1-4DBC-A4C5-2BC4632E34B3}" destId="{BAB3DB7C-ACB8-4737-9647-546CBFD50027}" srcOrd="2" destOrd="0" parTransId="{9E03FEA8-E81B-4EAE-BBFB-6FFBA19E244F}" sibTransId="{931B5FE7-D6A9-4E0C-9BF7-2101BF44EAE0}"/>
    <dgm:cxn modelId="{709E1198-CF47-4E87-9E5E-7D8D9E7965A7}" srcId="{AC1F2D19-0649-4FFA-9BB6-2B94135AC4BB}" destId="{01E36EF9-84DF-4241-B2D7-84AFAED8C9DF}" srcOrd="0" destOrd="0" parTransId="{B8B9616E-9121-4906-8CAF-0E90F5180578}" sibTransId="{8382289B-BF35-4E0D-9A1D-0D52981A3F5B}"/>
    <dgm:cxn modelId="{BF580F99-C88D-4859-BF31-54DAD81F4C88}" type="presOf" srcId="{AA63EF95-09FA-4E35-AEF7-42CF602282BF}" destId="{2AC1162F-D929-4EF3-AE9D-7E1FCB64CCC6}" srcOrd="0" destOrd="0" presId="urn:microsoft.com/office/officeart/2005/8/layout/hList1"/>
    <dgm:cxn modelId="{9C9E629B-C086-4E7D-A684-DD4078BFAFE0}" type="presOf" srcId="{DD2E31A8-2444-49D7-B0C6-FFDA3D386A4D}" destId="{8568EF95-B596-4BBC-A3BE-C6B9992DC6BF}" srcOrd="0" destOrd="1" presId="urn:microsoft.com/office/officeart/2005/8/layout/hList1"/>
    <dgm:cxn modelId="{D3CCD6A2-064C-4BC4-A6E5-7A9BB8E7C3D6}" type="presOf" srcId="{1ED69249-3A43-47A9-BA37-C95F7B8A8E19}" destId="{8568EF95-B596-4BBC-A3BE-C6B9992DC6BF}" srcOrd="0" destOrd="0" presId="urn:microsoft.com/office/officeart/2005/8/layout/hList1"/>
    <dgm:cxn modelId="{8FB732A3-2414-4B8B-B4F2-CDCCF1452A1C}" type="presOf" srcId="{75BCD021-99B1-41BB-907B-2644CC413F43}" destId="{66A20804-96A6-47C1-A60E-9572E214C737}" srcOrd="0" destOrd="1" presId="urn:microsoft.com/office/officeart/2005/8/layout/hList1"/>
    <dgm:cxn modelId="{4FF0BCAC-999F-4FB8-A837-50A3EA923380}" type="presOf" srcId="{D6EAB5B1-210D-4C77-80D1-99DEB2B575A1}" destId="{F31E02EB-B6B5-4382-B209-CCB6055829AC}" srcOrd="0" destOrd="0" presId="urn:microsoft.com/office/officeart/2005/8/layout/hList1"/>
    <dgm:cxn modelId="{83A65AB0-A019-413C-B7FF-2CCB7F104193}" srcId="{AC1F2D19-0649-4FFA-9BB6-2B94135AC4BB}" destId="{9575DEF6-E03B-4567-A883-F2C97E7C8ECF}" srcOrd="5" destOrd="0" parTransId="{44F10462-7BCB-4849-B5A0-A023FCD8F016}" sibTransId="{789B1D2D-592E-4C38-8607-C3E4BCD8313F}"/>
    <dgm:cxn modelId="{7E5779B8-4880-43FD-9E5A-D614B6C641C1}" type="presOf" srcId="{360BFAEB-8EDD-4393-BDBA-A6C2B652DFC6}" destId="{A07F1309-F6CF-4E9B-8875-C4DFAA790273}" srcOrd="0" destOrd="1" presId="urn:microsoft.com/office/officeart/2005/8/layout/hList1"/>
    <dgm:cxn modelId="{75DAE3C3-3AB3-4C69-A6AE-6E1FFF951F5F}" type="presOf" srcId="{B3E9DB36-F0DE-4371-8520-904242F84364}" destId="{A07F1309-F6CF-4E9B-8875-C4DFAA790273}" srcOrd="0" destOrd="2" presId="urn:microsoft.com/office/officeart/2005/8/layout/hList1"/>
    <dgm:cxn modelId="{67A9F1CC-F02A-422E-AA3D-A277F6E3BB06}" srcId="{AA63EF95-09FA-4E35-AEF7-42CF602282BF}" destId="{AC1F2D19-0649-4FFA-9BB6-2B94135AC4BB}" srcOrd="2" destOrd="0" parTransId="{086F3AB5-BC38-4CF1-9FFF-3FD42E24D0A0}" sibTransId="{29CD44ED-7A11-4093-AA7F-1A14A24430C7}"/>
    <dgm:cxn modelId="{EEF29FD2-1310-4E38-996F-A3F935B6C2F9}" type="presOf" srcId="{AF8A5BB3-CB38-4DBB-857D-871F87562D10}" destId="{66A20804-96A6-47C1-A60E-9572E214C737}" srcOrd="0" destOrd="2" presId="urn:microsoft.com/office/officeart/2005/8/layout/hList1"/>
    <dgm:cxn modelId="{A561A2E7-12A3-490C-85FA-8FBEB4CEBFD0}" srcId="{AC1F2D19-0649-4FFA-9BB6-2B94135AC4BB}" destId="{75BCD021-99B1-41BB-907B-2644CC413F43}" srcOrd="1" destOrd="0" parTransId="{597A552A-F7FF-4277-A123-75AE021F305A}" sibTransId="{4EE19592-6667-470B-8D86-014E2778AA0A}"/>
    <dgm:cxn modelId="{778355E8-A953-4272-B05D-54737A4C9AD8}" type="presOf" srcId="{54DBA8FE-9B85-4625-B5C7-61735FBD161D}" destId="{8568EF95-B596-4BBC-A3BE-C6B9992DC6BF}" srcOrd="0" destOrd="4" presId="urn:microsoft.com/office/officeart/2005/8/layout/hList1"/>
    <dgm:cxn modelId="{8A7D17EB-F0FD-4A0D-B41E-30FF1B19168F}" srcId="{D6EAB5B1-210D-4C77-80D1-99DEB2B575A1}" destId="{90E978AC-7F5B-463F-B103-396042D22775}" srcOrd="0" destOrd="0" parTransId="{4318F238-99B4-423A-9BA1-F5D8539F518D}" sibTransId="{E420D2AF-6E97-4DF7-950E-3A0E5838EF87}"/>
    <dgm:cxn modelId="{A10892EB-3CE8-4DAC-8F1F-D050FF307BA4}" srcId="{AA63EF95-09FA-4E35-AEF7-42CF602282BF}" destId="{D6EAB5B1-210D-4C77-80D1-99DEB2B575A1}" srcOrd="1" destOrd="0" parTransId="{9F72788F-78E4-4909-9A91-11ECCAF59FB6}" sibTransId="{B852350E-3CC4-40C2-8142-BA874F2E4158}"/>
    <dgm:cxn modelId="{7349A6EE-1FFA-4E51-A753-390A7C54213B}" type="presOf" srcId="{B3D4C30C-4EAE-492B-B0BA-D75E54AF8C9A}" destId="{8568EF95-B596-4BBC-A3BE-C6B9992DC6BF}" srcOrd="0" destOrd="3" presId="urn:microsoft.com/office/officeart/2005/8/layout/hList1"/>
    <dgm:cxn modelId="{B07401F5-1D7D-4DFF-A895-D7144F6E1948}" srcId="{AC1F2D19-0649-4FFA-9BB6-2B94135AC4BB}" destId="{BA54BF8D-3212-49E2-A2BE-36F01142EE94}" srcOrd="3" destOrd="0" parTransId="{926719DC-00A7-42DA-85F2-EC51CB718939}" sibTransId="{EB61BD79-0AD3-473E-B2D2-0397185DA51D}"/>
    <dgm:cxn modelId="{FC0018FA-CA1C-4943-BB9E-7F13A7902980}" srcId="{AA63EF95-09FA-4E35-AEF7-42CF602282BF}" destId="{B679C9F8-6BB1-4DBC-A4C5-2BC4632E34B3}" srcOrd="0" destOrd="0" parTransId="{3BD4D16B-335D-4FA4-B890-8F0A1CC1A4D5}" sibTransId="{09551CFD-E506-4419-96FD-30D809C78EB4}"/>
    <dgm:cxn modelId="{27414721-3B74-46A4-A155-477D3252CAF8}" type="presParOf" srcId="{2AC1162F-D929-4EF3-AE9D-7E1FCB64CCC6}" destId="{589A6D53-E3BB-4275-86D4-DCF97CB81FFC}" srcOrd="0" destOrd="0" presId="urn:microsoft.com/office/officeart/2005/8/layout/hList1"/>
    <dgm:cxn modelId="{8FC22EB3-CF59-4D91-8E0D-CCEF74CEA687}" type="presParOf" srcId="{589A6D53-E3BB-4275-86D4-DCF97CB81FFC}" destId="{0404CA1E-55E4-4AF8-89D6-676068F32762}" srcOrd="0" destOrd="0" presId="urn:microsoft.com/office/officeart/2005/8/layout/hList1"/>
    <dgm:cxn modelId="{815147E5-AAF5-47D7-A9E5-0EF83E33C7F1}" type="presParOf" srcId="{589A6D53-E3BB-4275-86D4-DCF97CB81FFC}" destId="{8568EF95-B596-4BBC-A3BE-C6B9992DC6BF}" srcOrd="1" destOrd="0" presId="urn:microsoft.com/office/officeart/2005/8/layout/hList1"/>
    <dgm:cxn modelId="{C3E2A1A7-8B1C-4A46-80F3-5D3F50FBAD10}" type="presParOf" srcId="{2AC1162F-D929-4EF3-AE9D-7E1FCB64CCC6}" destId="{D317D10B-4E0A-4F39-8F42-C53B4980DFA2}" srcOrd="1" destOrd="0" presId="urn:microsoft.com/office/officeart/2005/8/layout/hList1"/>
    <dgm:cxn modelId="{BBFA66FD-4E89-4853-ABB4-3747A925CEDD}" type="presParOf" srcId="{2AC1162F-D929-4EF3-AE9D-7E1FCB64CCC6}" destId="{B40C7DD2-BBDB-4986-B3FE-D2A089887B44}" srcOrd="2" destOrd="0" presId="urn:microsoft.com/office/officeart/2005/8/layout/hList1"/>
    <dgm:cxn modelId="{40B9DD8C-3F95-4362-944A-C39CB4A374C5}" type="presParOf" srcId="{B40C7DD2-BBDB-4986-B3FE-D2A089887B44}" destId="{F31E02EB-B6B5-4382-B209-CCB6055829AC}" srcOrd="0" destOrd="0" presId="urn:microsoft.com/office/officeart/2005/8/layout/hList1"/>
    <dgm:cxn modelId="{8E063E62-F0B6-40FD-8212-682B25B23FF7}" type="presParOf" srcId="{B40C7DD2-BBDB-4986-B3FE-D2A089887B44}" destId="{A07F1309-F6CF-4E9B-8875-C4DFAA790273}" srcOrd="1" destOrd="0" presId="urn:microsoft.com/office/officeart/2005/8/layout/hList1"/>
    <dgm:cxn modelId="{694CE1B8-026E-49B8-A50F-39B4D96B78A5}" type="presParOf" srcId="{2AC1162F-D929-4EF3-AE9D-7E1FCB64CCC6}" destId="{86D3DBBC-686F-4818-B315-BEABC136D41A}" srcOrd="3" destOrd="0" presId="urn:microsoft.com/office/officeart/2005/8/layout/hList1"/>
    <dgm:cxn modelId="{678EB2F4-CB41-4A07-971A-3FAEF40FE324}" type="presParOf" srcId="{2AC1162F-D929-4EF3-AE9D-7E1FCB64CCC6}" destId="{DDE57E0A-2621-4A25-A2AC-669A98E24B6B}" srcOrd="4" destOrd="0" presId="urn:microsoft.com/office/officeart/2005/8/layout/hList1"/>
    <dgm:cxn modelId="{F3F71C7B-4F62-42E5-8C5D-457B343BAB69}" type="presParOf" srcId="{DDE57E0A-2621-4A25-A2AC-669A98E24B6B}" destId="{F1925FF9-44D1-4D0A-B4CC-91EFEDDCB7A2}" srcOrd="0" destOrd="0" presId="urn:microsoft.com/office/officeart/2005/8/layout/hList1"/>
    <dgm:cxn modelId="{C6A4D7F1-6EFD-4C79-A166-839641DE31D0}" type="presParOf" srcId="{DDE57E0A-2621-4A25-A2AC-669A98E24B6B}" destId="{66A20804-96A6-47C1-A60E-9572E214C737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4CDA44E-AA7C-4C8A-A5A5-3A187E1071C1}" type="doc">
      <dgm:prSet loTypeId="urn:microsoft.com/office/officeart/2005/8/layout/pyramid1" loCatId="pyramid" qsTypeId="urn:microsoft.com/office/officeart/2005/8/quickstyle/simple5" qsCatId="simple" csTypeId="urn:microsoft.com/office/officeart/2005/8/colors/colorful4" csCatId="colorful" phldr="1"/>
      <dgm:spPr/>
      <dgm:t>
        <a:bodyPr/>
        <a:lstStyle/>
        <a:p>
          <a:endParaRPr lang="en-CA"/>
        </a:p>
      </dgm:t>
    </dgm:pt>
    <dgm:pt modelId="{567731CF-5EA8-4586-93E1-9A5ECEC51B89}">
      <dgm:prSet phldrT="[Text]" phldr="0" custT="1"/>
      <dgm:spPr/>
      <dgm:t>
        <a:bodyPr/>
        <a:lstStyle/>
        <a:p>
          <a:r>
            <a:rPr lang="en-CA" sz="440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0</a:t>
          </a:r>
        </a:p>
      </dgm:t>
    </dgm:pt>
    <dgm:pt modelId="{231C2E99-DF89-45DE-9D70-85A2F55D219E}" type="parTrans" cxnId="{C7DB5DA4-F0E2-41AC-B562-D4FE2536211D}">
      <dgm:prSet/>
      <dgm:spPr/>
      <dgm:t>
        <a:bodyPr/>
        <a:lstStyle/>
        <a:p>
          <a:endParaRPr lang="en-CA" b="0">
            <a:solidFill>
              <a:schemeClr val="bg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AE60A339-F800-46C1-A565-81D2C1C41046}" type="sibTrans" cxnId="{C7DB5DA4-F0E2-41AC-B562-D4FE2536211D}">
      <dgm:prSet/>
      <dgm:spPr/>
      <dgm:t>
        <a:bodyPr/>
        <a:lstStyle/>
        <a:p>
          <a:endParaRPr lang="en-CA" b="0">
            <a:solidFill>
              <a:schemeClr val="bg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CB459ACD-C6BB-45BA-81E1-D02095277D6A}">
      <dgm:prSet phldrT="[Text]" phldr="0"/>
      <dgm:spPr/>
      <dgm:t>
        <a:bodyPr/>
        <a:lstStyle/>
        <a:p>
          <a:r>
            <a:rPr lang="en-CA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1</a:t>
          </a:r>
        </a:p>
      </dgm:t>
    </dgm:pt>
    <dgm:pt modelId="{C3838565-8C65-4D8F-855E-C27E59AED360}" type="parTrans" cxnId="{26F0081E-F5CD-4E33-995C-6B40F208BF42}">
      <dgm:prSet/>
      <dgm:spPr/>
      <dgm:t>
        <a:bodyPr/>
        <a:lstStyle/>
        <a:p>
          <a:endParaRPr lang="en-CA" b="0">
            <a:solidFill>
              <a:schemeClr val="bg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DD54BAC8-48B0-4429-99FA-5F65C1C37897}" type="sibTrans" cxnId="{26F0081E-F5CD-4E33-995C-6B40F208BF42}">
      <dgm:prSet/>
      <dgm:spPr/>
      <dgm:t>
        <a:bodyPr/>
        <a:lstStyle/>
        <a:p>
          <a:endParaRPr lang="en-CA" b="0">
            <a:solidFill>
              <a:schemeClr val="bg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FB64A764-758E-4DDF-B372-22D1D0A2DCD3}">
      <dgm:prSet phldrT="[Text]" phldr="0"/>
      <dgm:spPr/>
      <dgm:t>
        <a:bodyPr/>
        <a:lstStyle/>
        <a:p>
          <a:r>
            <a:rPr lang="en-CA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2</a:t>
          </a:r>
        </a:p>
      </dgm:t>
    </dgm:pt>
    <dgm:pt modelId="{DB38F299-73FB-46F7-B413-FE082A789DCC}" type="parTrans" cxnId="{A47DA353-55BE-4A77-8EAE-9E4331D0AC5E}">
      <dgm:prSet/>
      <dgm:spPr/>
      <dgm:t>
        <a:bodyPr/>
        <a:lstStyle/>
        <a:p>
          <a:endParaRPr lang="en-CA" b="0">
            <a:solidFill>
              <a:schemeClr val="bg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B0183717-CC3D-4A0D-82EC-9E8F9F653518}" type="sibTrans" cxnId="{A47DA353-55BE-4A77-8EAE-9E4331D0AC5E}">
      <dgm:prSet/>
      <dgm:spPr/>
      <dgm:t>
        <a:bodyPr/>
        <a:lstStyle/>
        <a:p>
          <a:endParaRPr lang="en-CA" b="0">
            <a:solidFill>
              <a:schemeClr val="bg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384FEB15-26BD-4295-8F09-0A5502CEB8B3}">
      <dgm:prSet phldrT="[Text]" phldr="0"/>
      <dgm:spPr/>
      <dgm:t>
        <a:bodyPr/>
        <a:lstStyle/>
        <a:p>
          <a:r>
            <a:rPr lang="en-CA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3</a:t>
          </a:r>
        </a:p>
      </dgm:t>
    </dgm:pt>
    <dgm:pt modelId="{A9C4E098-FABC-402D-A8C1-9728C64ED3F5}" type="parTrans" cxnId="{5E4BF8D2-AB51-4C9F-AD61-2FC32C2C4F0A}">
      <dgm:prSet/>
      <dgm:spPr/>
      <dgm:t>
        <a:bodyPr/>
        <a:lstStyle/>
        <a:p>
          <a:endParaRPr lang="en-CA" b="0">
            <a:solidFill>
              <a:schemeClr val="bg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AAA26496-3EFC-44E8-BE18-A4666A21620C}" type="sibTrans" cxnId="{5E4BF8D2-AB51-4C9F-AD61-2FC32C2C4F0A}">
      <dgm:prSet/>
      <dgm:spPr/>
      <dgm:t>
        <a:bodyPr/>
        <a:lstStyle/>
        <a:p>
          <a:endParaRPr lang="en-CA" b="0">
            <a:solidFill>
              <a:schemeClr val="bg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5239530-7829-4E3A-8CF8-5ACA70195E55}" type="pres">
      <dgm:prSet presAssocID="{34CDA44E-AA7C-4C8A-A5A5-3A187E1071C1}" presName="Name0" presStyleCnt="0">
        <dgm:presLayoutVars>
          <dgm:dir/>
          <dgm:animLvl val="lvl"/>
          <dgm:resizeHandles val="exact"/>
        </dgm:presLayoutVars>
      </dgm:prSet>
      <dgm:spPr/>
    </dgm:pt>
    <dgm:pt modelId="{F0EF1272-7F95-48C6-AF92-BC38A4B13E42}" type="pres">
      <dgm:prSet presAssocID="{567731CF-5EA8-4586-93E1-9A5ECEC51B89}" presName="Name8" presStyleCnt="0"/>
      <dgm:spPr/>
    </dgm:pt>
    <dgm:pt modelId="{9036C58B-26C4-49F1-93A5-63D14375D692}" type="pres">
      <dgm:prSet presAssocID="{567731CF-5EA8-4586-93E1-9A5ECEC51B89}" presName="level" presStyleLbl="node1" presStyleIdx="0" presStyleCnt="4">
        <dgm:presLayoutVars>
          <dgm:chMax val="1"/>
          <dgm:bulletEnabled val="1"/>
        </dgm:presLayoutVars>
      </dgm:prSet>
      <dgm:spPr/>
    </dgm:pt>
    <dgm:pt modelId="{7664DBE8-CC55-4688-91AB-69CAE259E626}" type="pres">
      <dgm:prSet presAssocID="{567731CF-5EA8-4586-93E1-9A5ECEC51B89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52D4399D-C1B1-4CF2-AC8E-22535F3C36F5}" type="pres">
      <dgm:prSet presAssocID="{CB459ACD-C6BB-45BA-81E1-D02095277D6A}" presName="Name8" presStyleCnt="0"/>
      <dgm:spPr/>
    </dgm:pt>
    <dgm:pt modelId="{BA94E0F0-3A88-4C7B-8E20-D26B16588303}" type="pres">
      <dgm:prSet presAssocID="{CB459ACD-C6BB-45BA-81E1-D02095277D6A}" presName="level" presStyleLbl="node1" presStyleIdx="1" presStyleCnt="4">
        <dgm:presLayoutVars>
          <dgm:chMax val="1"/>
          <dgm:bulletEnabled val="1"/>
        </dgm:presLayoutVars>
      </dgm:prSet>
      <dgm:spPr/>
    </dgm:pt>
    <dgm:pt modelId="{1AE42CEC-CE11-4018-92A7-D0C82D65961C}" type="pres">
      <dgm:prSet presAssocID="{CB459ACD-C6BB-45BA-81E1-D02095277D6A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B53E7B85-D353-4E79-BBCE-48C393FF5308}" type="pres">
      <dgm:prSet presAssocID="{FB64A764-758E-4DDF-B372-22D1D0A2DCD3}" presName="Name8" presStyleCnt="0"/>
      <dgm:spPr/>
    </dgm:pt>
    <dgm:pt modelId="{50427EFA-CCA6-4246-B97A-A038FCD13F0C}" type="pres">
      <dgm:prSet presAssocID="{FB64A764-758E-4DDF-B372-22D1D0A2DCD3}" presName="level" presStyleLbl="node1" presStyleIdx="2" presStyleCnt="4">
        <dgm:presLayoutVars>
          <dgm:chMax val="1"/>
          <dgm:bulletEnabled val="1"/>
        </dgm:presLayoutVars>
      </dgm:prSet>
      <dgm:spPr/>
    </dgm:pt>
    <dgm:pt modelId="{DEF1CC3C-2E23-4A38-AE57-8F6A79EAADA5}" type="pres">
      <dgm:prSet presAssocID="{FB64A764-758E-4DDF-B372-22D1D0A2DCD3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77D807CB-AEB6-41C5-AD3A-DD98BB4102FA}" type="pres">
      <dgm:prSet presAssocID="{384FEB15-26BD-4295-8F09-0A5502CEB8B3}" presName="Name8" presStyleCnt="0"/>
      <dgm:spPr/>
    </dgm:pt>
    <dgm:pt modelId="{B9837CA5-60B7-4B0B-A12C-C8FF9CC55A31}" type="pres">
      <dgm:prSet presAssocID="{384FEB15-26BD-4295-8F09-0A5502CEB8B3}" presName="level" presStyleLbl="node1" presStyleIdx="3" presStyleCnt="4">
        <dgm:presLayoutVars>
          <dgm:chMax val="1"/>
          <dgm:bulletEnabled val="1"/>
        </dgm:presLayoutVars>
      </dgm:prSet>
      <dgm:spPr/>
    </dgm:pt>
    <dgm:pt modelId="{1EAC507F-6B65-4B84-9C7D-0A223D0C8DD2}" type="pres">
      <dgm:prSet presAssocID="{384FEB15-26BD-4295-8F09-0A5502CEB8B3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E37D2013-D9F4-4CC6-A530-CC6E277F2976}" type="presOf" srcId="{34CDA44E-AA7C-4C8A-A5A5-3A187E1071C1}" destId="{05239530-7829-4E3A-8CF8-5ACA70195E55}" srcOrd="0" destOrd="0" presId="urn:microsoft.com/office/officeart/2005/8/layout/pyramid1"/>
    <dgm:cxn modelId="{26F0081E-F5CD-4E33-995C-6B40F208BF42}" srcId="{34CDA44E-AA7C-4C8A-A5A5-3A187E1071C1}" destId="{CB459ACD-C6BB-45BA-81E1-D02095277D6A}" srcOrd="1" destOrd="0" parTransId="{C3838565-8C65-4D8F-855E-C27E59AED360}" sibTransId="{DD54BAC8-48B0-4429-99FA-5F65C1C37897}"/>
    <dgm:cxn modelId="{DC04B12B-79C8-44B4-882D-1ADE329A3F55}" type="presOf" srcId="{FB64A764-758E-4DDF-B372-22D1D0A2DCD3}" destId="{50427EFA-CCA6-4246-B97A-A038FCD13F0C}" srcOrd="0" destOrd="0" presId="urn:microsoft.com/office/officeart/2005/8/layout/pyramid1"/>
    <dgm:cxn modelId="{BA812732-8D41-455B-A1E3-E0B8460F150F}" type="presOf" srcId="{384FEB15-26BD-4295-8F09-0A5502CEB8B3}" destId="{1EAC507F-6B65-4B84-9C7D-0A223D0C8DD2}" srcOrd="1" destOrd="0" presId="urn:microsoft.com/office/officeart/2005/8/layout/pyramid1"/>
    <dgm:cxn modelId="{D840683A-1D3D-4F75-A199-8F697E8806E9}" type="presOf" srcId="{CB459ACD-C6BB-45BA-81E1-D02095277D6A}" destId="{BA94E0F0-3A88-4C7B-8E20-D26B16588303}" srcOrd="0" destOrd="0" presId="urn:microsoft.com/office/officeart/2005/8/layout/pyramid1"/>
    <dgm:cxn modelId="{E0CA473D-4A74-4FC1-9638-2B032E861121}" type="presOf" srcId="{CB459ACD-C6BB-45BA-81E1-D02095277D6A}" destId="{1AE42CEC-CE11-4018-92A7-D0C82D65961C}" srcOrd="1" destOrd="0" presId="urn:microsoft.com/office/officeart/2005/8/layout/pyramid1"/>
    <dgm:cxn modelId="{B0CC755D-C4D2-4F85-B714-CB5ECB81B779}" type="presOf" srcId="{567731CF-5EA8-4586-93E1-9A5ECEC51B89}" destId="{7664DBE8-CC55-4688-91AB-69CAE259E626}" srcOrd="1" destOrd="0" presId="urn:microsoft.com/office/officeart/2005/8/layout/pyramid1"/>
    <dgm:cxn modelId="{A47DA353-55BE-4A77-8EAE-9E4331D0AC5E}" srcId="{34CDA44E-AA7C-4C8A-A5A5-3A187E1071C1}" destId="{FB64A764-758E-4DDF-B372-22D1D0A2DCD3}" srcOrd="2" destOrd="0" parTransId="{DB38F299-73FB-46F7-B413-FE082A789DCC}" sibTransId="{B0183717-CC3D-4A0D-82EC-9E8F9F653518}"/>
    <dgm:cxn modelId="{E860A97C-5C6E-44E6-BBAE-DC191E17784D}" type="presOf" srcId="{FB64A764-758E-4DDF-B372-22D1D0A2DCD3}" destId="{DEF1CC3C-2E23-4A38-AE57-8F6A79EAADA5}" srcOrd="1" destOrd="0" presId="urn:microsoft.com/office/officeart/2005/8/layout/pyramid1"/>
    <dgm:cxn modelId="{537DE3A1-395D-4CC3-865E-312CCA86E888}" type="presOf" srcId="{384FEB15-26BD-4295-8F09-0A5502CEB8B3}" destId="{B9837CA5-60B7-4B0B-A12C-C8FF9CC55A31}" srcOrd="0" destOrd="0" presId="urn:microsoft.com/office/officeart/2005/8/layout/pyramid1"/>
    <dgm:cxn modelId="{C7DB5DA4-F0E2-41AC-B562-D4FE2536211D}" srcId="{34CDA44E-AA7C-4C8A-A5A5-3A187E1071C1}" destId="{567731CF-5EA8-4586-93E1-9A5ECEC51B89}" srcOrd="0" destOrd="0" parTransId="{231C2E99-DF89-45DE-9D70-85A2F55D219E}" sibTransId="{AE60A339-F800-46C1-A565-81D2C1C41046}"/>
    <dgm:cxn modelId="{5E4BF8D2-AB51-4C9F-AD61-2FC32C2C4F0A}" srcId="{34CDA44E-AA7C-4C8A-A5A5-3A187E1071C1}" destId="{384FEB15-26BD-4295-8F09-0A5502CEB8B3}" srcOrd="3" destOrd="0" parTransId="{A9C4E098-FABC-402D-A8C1-9728C64ED3F5}" sibTransId="{AAA26496-3EFC-44E8-BE18-A4666A21620C}"/>
    <dgm:cxn modelId="{2F625AED-6F4E-4735-A26C-83EC3115F781}" type="presOf" srcId="{567731CF-5EA8-4586-93E1-9A5ECEC51B89}" destId="{9036C58B-26C4-49F1-93A5-63D14375D692}" srcOrd="0" destOrd="0" presId="urn:microsoft.com/office/officeart/2005/8/layout/pyramid1"/>
    <dgm:cxn modelId="{C87B410D-CDFB-4A30-A5F1-766D3E935865}" type="presParOf" srcId="{05239530-7829-4E3A-8CF8-5ACA70195E55}" destId="{F0EF1272-7F95-48C6-AF92-BC38A4B13E42}" srcOrd="0" destOrd="0" presId="urn:microsoft.com/office/officeart/2005/8/layout/pyramid1"/>
    <dgm:cxn modelId="{7677C207-B4BE-4E33-856F-D35E5B279141}" type="presParOf" srcId="{F0EF1272-7F95-48C6-AF92-BC38A4B13E42}" destId="{9036C58B-26C4-49F1-93A5-63D14375D692}" srcOrd="0" destOrd="0" presId="urn:microsoft.com/office/officeart/2005/8/layout/pyramid1"/>
    <dgm:cxn modelId="{25EC8985-F342-4DE5-9D9F-F1E6F631E087}" type="presParOf" srcId="{F0EF1272-7F95-48C6-AF92-BC38A4B13E42}" destId="{7664DBE8-CC55-4688-91AB-69CAE259E626}" srcOrd="1" destOrd="0" presId="urn:microsoft.com/office/officeart/2005/8/layout/pyramid1"/>
    <dgm:cxn modelId="{365043D1-0860-4C7D-95EA-45E894F2F091}" type="presParOf" srcId="{05239530-7829-4E3A-8CF8-5ACA70195E55}" destId="{52D4399D-C1B1-4CF2-AC8E-22535F3C36F5}" srcOrd="1" destOrd="0" presId="urn:microsoft.com/office/officeart/2005/8/layout/pyramid1"/>
    <dgm:cxn modelId="{1B392F38-2354-4C79-B81D-570A651427E4}" type="presParOf" srcId="{52D4399D-C1B1-4CF2-AC8E-22535F3C36F5}" destId="{BA94E0F0-3A88-4C7B-8E20-D26B16588303}" srcOrd="0" destOrd="0" presId="urn:microsoft.com/office/officeart/2005/8/layout/pyramid1"/>
    <dgm:cxn modelId="{D9597DA0-A30E-49FA-8CEB-98B17B96506C}" type="presParOf" srcId="{52D4399D-C1B1-4CF2-AC8E-22535F3C36F5}" destId="{1AE42CEC-CE11-4018-92A7-D0C82D65961C}" srcOrd="1" destOrd="0" presId="urn:microsoft.com/office/officeart/2005/8/layout/pyramid1"/>
    <dgm:cxn modelId="{6E623112-8916-4D13-AC05-3BD48D0816AE}" type="presParOf" srcId="{05239530-7829-4E3A-8CF8-5ACA70195E55}" destId="{B53E7B85-D353-4E79-BBCE-48C393FF5308}" srcOrd="2" destOrd="0" presId="urn:microsoft.com/office/officeart/2005/8/layout/pyramid1"/>
    <dgm:cxn modelId="{A22433B3-9CA7-48CB-8A9B-750D04CE7727}" type="presParOf" srcId="{B53E7B85-D353-4E79-BBCE-48C393FF5308}" destId="{50427EFA-CCA6-4246-B97A-A038FCD13F0C}" srcOrd="0" destOrd="0" presId="urn:microsoft.com/office/officeart/2005/8/layout/pyramid1"/>
    <dgm:cxn modelId="{A6556C11-53EE-4BBA-BF43-51365769FCA9}" type="presParOf" srcId="{B53E7B85-D353-4E79-BBCE-48C393FF5308}" destId="{DEF1CC3C-2E23-4A38-AE57-8F6A79EAADA5}" srcOrd="1" destOrd="0" presId="urn:microsoft.com/office/officeart/2005/8/layout/pyramid1"/>
    <dgm:cxn modelId="{652659AA-2CE7-41CA-A694-0DD0085CE154}" type="presParOf" srcId="{05239530-7829-4E3A-8CF8-5ACA70195E55}" destId="{77D807CB-AEB6-41C5-AD3A-DD98BB4102FA}" srcOrd="3" destOrd="0" presId="urn:microsoft.com/office/officeart/2005/8/layout/pyramid1"/>
    <dgm:cxn modelId="{4EB87C7E-5B61-4EB6-83E3-F68AEDCDF427}" type="presParOf" srcId="{77D807CB-AEB6-41C5-AD3A-DD98BB4102FA}" destId="{B9837CA5-60B7-4B0B-A12C-C8FF9CC55A31}" srcOrd="0" destOrd="0" presId="urn:microsoft.com/office/officeart/2005/8/layout/pyramid1"/>
    <dgm:cxn modelId="{1199C9B8-59E1-4482-8F29-D7E6DC6BEA21}" type="presParOf" srcId="{77D807CB-AEB6-41C5-AD3A-DD98BB4102FA}" destId="{1EAC507F-6B65-4B84-9C7D-0A223D0C8DD2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70220B3-1FDC-4E5B-8BE0-1D7BD7992BF8}" type="doc">
      <dgm:prSet loTypeId="urn:microsoft.com/office/officeart/2005/8/layout/process2" loCatId="process" qsTypeId="urn:microsoft.com/office/officeart/2005/8/quickstyle/simple5" qsCatId="simple" csTypeId="urn:microsoft.com/office/officeart/2005/8/colors/colorful4" csCatId="colorful" phldr="1"/>
      <dgm:spPr/>
      <dgm:t>
        <a:bodyPr/>
        <a:lstStyle/>
        <a:p>
          <a:endParaRPr lang="en-CA"/>
        </a:p>
      </dgm:t>
    </dgm:pt>
    <dgm:pt modelId="{F9FDD814-7D19-4D02-A9D7-4CE4B63D3B20}">
      <dgm:prSet phldrT="[Text]" phldr="0"/>
      <dgm:spPr/>
      <dgm:t>
        <a:bodyPr/>
        <a:lstStyle/>
        <a:p>
          <a:r>
            <a:rPr lang="en-CA" dirty="0"/>
            <a:t>Show everything</a:t>
          </a:r>
        </a:p>
      </dgm:t>
    </dgm:pt>
    <dgm:pt modelId="{61AF86CA-82C2-4BC9-8143-8615633139EC}" type="parTrans" cxnId="{71B28EEC-E583-4FF1-A5FC-7F5CC1705445}">
      <dgm:prSet/>
      <dgm:spPr/>
      <dgm:t>
        <a:bodyPr/>
        <a:lstStyle/>
        <a:p>
          <a:endParaRPr lang="en-CA"/>
        </a:p>
      </dgm:t>
    </dgm:pt>
    <dgm:pt modelId="{98765410-ABD9-4361-9288-602CE1A6E598}" type="sibTrans" cxnId="{71B28EEC-E583-4FF1-A5FC-7F5CC1705445}">
      <dgm:prSet/>
      <dgm:spPr/>
      <dgm:t>
        <a:bodyPr/>
        <a:lstStyle/>
        <a:p>
          <a:endParaRPr lang="en-CA"/>
        </a:p>
      </dgm:t>
    </dgm:pt>
    <dgm:pt modelId="{7F28FBDA-7982-46F0-B2DB-B13617CD97C8}">
      <dgm:prSet phldrT="[Text]" phldr="0"/>
      <dgm:spPr/>
      <dgm:t>
        <a:bodyPr/>
        <a:lstStyle/>
        <a:p>
          <a:r>
            <a:rPr lang="en-CA" dirty="0"/>
            <a:t>Hide domains</a:t>
          </a:r>
        </a:p>
      </dgm:t>
    </dgm:pt>
    <dgm:pt modelId="{6C3444F7-F841-471E-8C2D-FF4D25D3B3D4}" type="parTrans" cxnId="{71FDD624-447A-4437-B1B2-88089DA916BE}">
      <dgm:prSet/>
      <dgm:spPr/>
      <dgm:t>
        <a:bodyPr/>
        <a:lstStyle/>
        <a:p>
          <a:endParaRPr lang="en-CA"/>
        </a:p>
      </dgm:t>
    </dgm:pt>
    <dgm:pt modelId="{822D59EA-1DDC-49E2-87C3-2A4D6CBC17F0}" type="sibTrans" cxnId="{71FDD624-447A-4437-B1B2-88089DA916BE}">
      <dgm:prSet/>
      <dgm:spPr/>
      <dgm:t>
        <a:bodyPr/>
        <a:lstStyle/>
        <a:p>
          <a:endParaRPr lang="en-CA"/>
        </a:p>
      </dgm:t>
    </dgm:pt>
    <dgm:pt modelId="{B28C73DF-D31B-4C6C-9E77-4CBB9190801D}">
      <dgm:prSet phldrT="[Text]" phldr="0"/>
      <dgm:spPr/>
      <dgm:t>
        <a:bodyPr/>
        <a:lstStyle/>
        <a:p>
          <a:r>
            <a:rPr lang="en-CA" dirty="0"/>
            <a:t>Hide domains &amp; clients</a:t>
          </a:r>
        </a:p>
      </dgm:t>
    </dgm:pt>
    <dgm:pt modelId="{7F9890B4-5349-4F91-9D1B-054430AD7577}" type="parTrans" cxnId="{57C4C2DD-9586-4148-867F-1DA4D2E29DE1}">
      <dgm:prSet/>
      <dgm:spPr/>
      <dgm:t>
        <a:bodyPr/>
        <a:lstStyle/>
        <a:p>
          <a:endParaRPr lang="en-CA"/>
        </a:p>
      </dgm:t>
    </dgm:pt>
    <dgm:pt modelId="{24D04110-5ACD-410C-B60F-2A6CF56F79D1}" type="sibTrans" cxnId="{57C4C2DD-9586-4148-867F-1DA4D2E29DE1}">
      <dgm:prSet/>
      <dgm:spPr/>
      <dgm:t>
        <a:bodyPr/>
        <a:lstStyle/>
        <a:p>
          <a:endParaRPr lang="en-CA"/>
        </a:p>
      </dgm:t>
    </dgm:pt>
    <dgm:pt modelId="{EF50D6E2-9CEE-45C4-B348-B62048502F1C}">
      <dgm:prSet phldrT="[Text]" phldr="0"/>
      <dgm:spPr/>
      <dgm:t>
        <a:bodyPr/>
        <a:lstStyle/>
        <a:p>
          <a:r>
            <a:rPr lang="en-CA" dirty="0"/>
            <a:t>Anonymous mode</a:t>
          </a:r>
        </a:p>
      </dgm:t>
    </dgm:pt>
    <dgm:pt modelId="{4F27398B-69B9-4B8B-B079-F3C3301EEEA3}" type="parTrans" cxnId="{4F256A0D-7D7E-444C-9D50-967340D97897}">
      <dgm:prSet/>
      <dgm:spPr/>
      <dgm:t>
        <a:bodyPr/>
        <a:lstStyle/>
        <a:p>
          <a:endParaRPr lang="en-CA"/>
        </a:p>
      </dgm:t>
    </dgm:pt>
    <dgm:pt modelId="{7915D05F-9D4D-4900-9A9C-69460C4D4661}" type="sibTrans" cxnId="{4F256A0D-7D7E-444C-9D50-967340D97897}">
      <dgm:prSet/>
      <dgm:spPr/>
      <dgm:t>
        <a:bodyPr/>
        <a:lstStyle/>
        <a:p>
          <a:endParaRPr lang="en-CA"/>
        </a:p>
      </dgm:t>
    </dgm:pt>
    <dgm:pt modelId="{85653F3C-68E9-4871-A6B9-F00B77DFDB52}" type="pres">
      <dgm:prSet presAssocID="{B70220B3-1FDC-4E5B-8BE0-1D7BD7992BF8}" presName="linearFlow" presStyleCnt="0">
        <dgm:presLayoutVars>
          <dgm:resizeHandles val="exact"/>
        </dgm:presLayoutVars>
      </dgm:prSet>
      <dgm:spPr/>
    </dgm:pt>
    <dgm:pt modelId="{FD3EFDFF-582F-4CBD-BBC0-D2F13A44D859}" type="pres">
      <dgm:prSet presAssocID="{F9FDD814-7D19-4D02-A9D7-4CE4B63D3B20}" presName="node" presStyleLbl="node1" presStyleIdx="0" presStyleCnt="4" custScaleX="331817">
        <dgm:presLayoutVars>
          <dgm:bulletEnabled val="1"/>
        </dgm:presLayoutVars>
      </dgm:prSet>
      <dgm:spPr/>
    </dgm:pt>
    <dgm:pt modelId="{F686C72D-290F-4D03-8CD1-291CD887DE42}" type="pres">
      <dgm:prSet presAssocID="{98765410-ABD9-4361-9288-602CE1A6E598}" presName="sibTrans" presStyleLbl="sibTrans2D1" presStyleIdx="0" presStyleCnt="3"/>
      <dgm:spPr/>
    </dgm:pt>
    <dgm:pt modelId="{D0BC2058-F676-406D-83B2-14E0BFB71B5F}" type="pres">
      <dgm:prSet presAssocID="{98765410-ABD9-4361-9288-602CE1A6E598}" presName="connectorText" presStyleLbl="sibTrans2D1" presStyleIdx="0" presStyleCnt="3"/>
      <dgm:spPr/>
    </dgm:pt>
    <dgm:pt modelId="{8FB7D71C-08F1-45B9-A0BF-B8D791C4C745}" type="pres">
      <dgm:prSet presAssocID="{7F28FBDA-7982-46F0-B2DB-B13617CD97C8}" presName="node" presStyleLbl="node1" presStyleIdx="1" presStyleCnt="4" custScaleX="244684">
        <dgm:presLayoutVars>
          <dgm:bulletEnabled val="1"/>
        </dgm:presLayoutVars>
      </dgm:prSet>
      <dgm:spPr/>
    </dgm:pt>
    <dgm:pt modelId="{BF295578-64D7-431E-AC21-887265AAB6EA}" type="pres">
      <dgm:prSet presAssocID="{822D59EA-1DDC-49E2-87C3-2A4D6CBC17F0}" presName="sibTrans" presStyleLbl="sibTrans2D1" presStyleIdx="1" presStyleCnt="3"/>
      <dgm:spPr/>
    </dgm:pt>
    <dgm:pt modelId="{8F74BA85-1585-4E6A-BACA-CAF610B0D546}" type="pres">
      <dgm:prSet presAssocID="{822D59EA-1DDC-49E2-87C3-2A4D6CBC17F0}" presName="connectorText" presStyleLbl="sibTrans2D1" presStyleIdx="1" presStyleCnt="3"/>
      <dgm:spPr/>
    </dgm:pt>
    <dgm:pt modelId="{21ED042B-126E-4626-8E64-535FAE487991}" type="pres">
      <dgm:prSet presAssocID="{B28C73DF-D31B-4C6C-9E77-4CBB9190801D}" presName="node" presStyleLbl="node1" presStyleIdx="2" presStyleCnt="4" custScaleX="154645">
        <dgm:presLayoutVars>
          <dgm:bulletEnabled val="1"/>
        </dgm:presLayoutVars>
      </dgm:prSet>
      <dgm:spPr/>
    </dgm:pt>
    <dgm:pt modelId="{F84E2D1F-458D-4D2D-8519-E6ED6C618436}" type="pres">
      <dgm:prSet presAssocID="{24D04110-5ACD-410C-B60F-2A6CF56F79D1}" presName="sibTrans" presStyleLbl="sibTrans2D1" presStyleIdx="2" presStyleCnt="3"/>
      <dgm:spPr/>
    </dgm:pt>
    <dgm:pt modelId="{DA9E6EFA-2B6F-4463-BD05-93839D12B294}" type="pres">
      <dgm:prSet presAssocID="{24D04110-5ACD-410C-B60F-2A6CF56F79D1}" presName="connectorText" presStyleLbl="sibTrans2D1" presStyleIdx="2" presStyleCnt="3"/>
      <dgm:spPr/>
    </dgm:pt>
    <dgm:pt modelId="{FB0356CD-B1D3-4FD9-AD92-A9C773A2B02B}" type="pres">
      <dgm:prSet presAssocID="{EF50D6E2-9CEE-45C4-B348-B62048502F1C}" presName="node" presStyleLbl="node1" presStyleIdx="3" presStyleCnt="4" custScaleX="118622">
        <dgm:presLayoutVars>
          <dgm:bulletEnabled val="1"/>
        </dgm:presLayoutVars>
      </dgm:prSet>
      <dgm:spPr/>
    </dgm:pt>
  </dgm:ptLst>
  <dgm:cxnLst>
    <dgm:cxn modelId="{653EA707-8F8C-44A9-B401-CAFF9C24FF9D}" type="presOf" srcId="{7F28FBDA-7982-46F0-B2DB-B13617CD97C8}" destId="{8FB7D71C-08F1-45B9-A0BF-B8D791C4C745}" srcOrd="0" destOrd="0" presId="urn:microsoft.com/office/officeart/2005/8/layout/process2"/>
    <dgm:cxn modelId="{4F256A0D-7D7E-444C-9D50-967340D97897}" srcId="{B70220B3-1FDC-4E5B-8BE0-1D7BD7992BF8}" destId="{EF50D6E2-9CEE-45C4-B348-B62048502F1C}" srcOrd="3" destOrd="0" parTransId="{4F27398B-69B9-4B8B-B079-F3C3301EEEA3}" sibTransId="{7915D05F-9D4D-4900-9A9C-69460C4D4661}"/>
    <dgm:cxn modelId="{71FDD624-447A-4437-B1B2-88089DA916BE}" srcId="{B70220B3-1FDC-4E5B-8BE0-1D7BD7992BF8}" destId="{7F28FBDA-7982-46F0-B2DB-B13617CD97C8}" srcOrd="1" destOrd="0" parTransId="{6C3444F7-F841-471E-8C2D-FF4D25D3B3D4}" sibTransId="{822D59EA-1DDC-49E2-87C3-2A4D6CBC17F0}"/>
    <dgm:cxn modelId="{B5DF8F5F-7731-464F-80E6-E3D5C50CFC02}" type="presOf" srcId="{24D04110-5ACD-410C-B60F-2A6CF56F79D1}" destId="{DA9E6EFA-2B6F-4463-BD05-93839D12B294}" srcOrd="1" destOrd="0" presId="urn:microsoft.com/office/officeart/2005/8/layout/process2"/>
    <dgm:cxn modelId="{B0864F46-07C7-4171-8C87-22D1C578310E}" type="presOf" srcId="{EF50D6E2-9CEE-45C4-B348-B62048502F1C}" destId="{FB0356CD-B1D3-4FD9-AD92-A9C773A2B02B}" srcOrd="0" destOrd="0" presId="urn:microsoft.com/office/officeart/2005/8/layout/process2"/>
    <dgm:cxn modelId="{1E4AD989-BB58-4F71-AB03-5CDE54803CA7}" type="presOf" srcId="{822D59EA-1DDC-49E2-87C3-2A4D6CBC17F0}" destId="{8F74BA85-1585-4E6A-BACA-CAF610B0D546}" srcOrd="1" destOrd="0" presId="urn:microsoft.com/office/officeart/2005/8/layout/process2"/>
    <dgm:cxn modelId="{A381438B-77E6-459E-8BD8-171DF431A96A}" type="presOf" srcId="{B28C73DF-D31B-4C6C-9E77-4CBB9190801D}" destId="{21ED042B-126E-4626-8E64-535FAE487991}" srcOrd="0" destOrd="0" presId="urn:microsoft.com/office/officeart/2005/8/layout/process2"/>
    <dgm:cxn modelId="{06F4CDA8-89D4-4612-A595-0CD2CEB7AA63}" type="presOf" srcId="{B70220B3-1FDC-4E5B-8BE0-1D7BD7992BF8}" destId="{85653F3C-68E9-4871-A6B9-F00B77DFDB52}" srcOrd="0" destOrd="0" presId="urn:microsoft.com/office/officeart/2005/8/layout/process2"/>
    <dgm:cxn modelId="{A0BB8BAA-1D4C-4A37-BBF5-FC733F3DD772}" type="presOf" srcId="{98765410-ABD9-4361-9288-602CE1A6E598}" destId="{F686C72D-290F-4D03-8CD1-291CD887DE42}" srcOrd="0" destOrd="0" presId="urn:microsoft.com/office/officeart/2005/8/layout/process2"/>
    <dgm:cxn modelId="{64B44AAD-4148-4E6F-95EC-66D160200E9D}" type="presOf" srcId="{822D59EA-1DDC-49E2-87C3-2A4D6CBC17F0}" destId="{BF295578-64D7-431E-AC21-887265AAB6EA}" srcOrd="0" destOrd="0" presId="urn:microsoft.com/office/officeart/2005/8/layout/process2"/>
    <dgm:cxn modelId="{262DC9BD-3367-447B-81A1-B3C838260451}" type="presOf" srcId="{F9FDD814-7D19-4D02-A9D7-4CE4B63D3B20}" destId="{FD3EFDFF-582F-4CBD-BBC0-D2F13A44D859}" srcOrd="0" destOrd="0" presId="urn:microsoft.com/office/officeart/2005/8/layout/process2"/>
    <dgm:cxn modelId="{E27715D3-7525-44A3-96FB-BBBAB5A29C2B}" type="presOf" srcId="{98765410-ABD9-4361-9288-602CE1A6E598}" destId="{D0BC2058-F676-406D-83B2-14E0BFB71B5F}" srcOrd="1" destOrd="0" presId="urn:microsoft.com/office/officeart/2005/8/layout/process2"/>
    <dgm:cxn modelId="{57C4C2DD-9586-4148-867F-1DA4D2E29DE1}" srcId="{B70220B3-1FDC-4E5B-8BE0-1D7BD7992BF8}" destId="{B28C73DF-D31B-4C6C-9E77-4CBB9190801D}" srcOrd="2" destOrd="0" parTransId="{7F9890B4-5349-4F91-9D1B-054430AD7577}" sibTransId="{24D04110-5ACD-410C-B60F-2A6CF56F79D1}"/>
    <dgm:cxn modelId="{0350B9DE-FC87-47A3-BABE-BAB0F94DD8E1}" type="presOf" srcId="{24D04110-5ACD-410C-B60F-2A6CF56F79D1}" destId="{F84E2D1F-458D-4D2D-8519-E6ED6C618436}" srcOrd="0" destOrd="0" presId="urn:microsoft.com/office/officeart/2005/8/layout/process2"/>
    <dgm:cxn modelId="{71B28EEC-E583-4FF1-A5FC-7F5CC1705445}" srcId="{B70220B3-1FDC-4E5B-8BE0-1D7BD7992BF8}" destId="{F9FDD814-7D19-4D02-A9D7-4CE4B63D3B20}" srcOrd="0" destOrd="0" parTransId="{61AF86CA-82C2-4BC9-8143-8615633139EC}" sibTransId="{98765410-ABD9-4361-9288-602CE1A6E598}"/>
    <dgm:cxn modelId="{BFC0A900-75FE-4E85-AEE5-4248115A8850}" type="presParOf" srcId="{85653F3C-68E9-4871-A6B9-F00B77DFDB52}" destId="{FD3EFDFF-582F-4CBD-BBC0-D2F13A44D859}" srcOrd="0" destOrd="0" presId="urn:microsoft.com/office/officeart/2005/8/layout/process2"/>
    <dgm:cxn modelId="{7317AED6-4E70-4C9C-B53D-6576C4B17B06}" type="presParOf" srcId="{85653F3C-68E9-4871-A6B9-F00B77DFDB52}" destId="{F686C72D-290F-4D03-8CD1-291CD887DE42}" srcOrd="1" destOrd="0" presId="urn:microsoft.com/office/officeart/2005/8/layout/process2"/>
    <dgm:cxn modelId="{61C51368-4CCE-4BCA-ADB9-A8C46C1055FE}" type="presParOf" srcId="{F686C72D-290F-4D03-8CD1-291CD887DE42}" destId="{D0BC2058-F676-406D-83B2-14E0BFB71B5F}" srcOrd="0" destOrd="0" presId="urn:microsoft.com/office/officeart/2005/8/layout/process2"/>
    <dgm:cxn modelId="{964C960F-C70C-4919-BB41-F757C368123F}" type="presParOf" srcId="{85653F3C-68E9-4871-A6B9-F00B77DFDB52}" destId="{8FB7D71C-08F1-45B9-A0BF-B8D791C4C745}" srcOrd="2" destOrd="0" presId="urn:microsoft.com/office/officeart/2005/8/layout/process2"/>
    <dgm:cxn modelId="{AF0E7242-B769-4B99-AF34-FB0BDD5A0D61}" type="presParOf" srcId="{85653F3C-68E9-4871-A6B9-F00B77DFDB52}" destId="{BF295578-64D7-431E-AC21-887265AAB6EA}" srcOrd="3" destOrd="0" presId="urn:microsoft.com/office/officeart/2005/8/layout/process2"/>
    <dgm:cxn modelId="{CE1D2615-8159-429D-96DF-C950901724D7}" type="presParOf" srcId="{BF295578-64D7-431E-AC21-887265AAB6EA}" destId="{8F74BA85-1585-4E6A-BACA-CAF610B0D546}" srcOrd="0" destOrd="0" presId="urn:microsoft.com/office/officeart/2005/8/layout/process2"/>
    <dgm:cxn modelId="{B05AF1BA-80EE-4DED-AFDF-5517FC3B9DCD}" type="presParOf" srcId="{85653F3C-68E9-4871-A6B9-F00B77DFDB52}" destId="{21ED042B-126E-4626-8E64-535FAE487991}" srcOrd="4" destOrd="0" presId="urn:microsoft.com/office/officeart/2005/8/layout/process2"/>
    <dgm:cxn modelId="{39C5A265-4184-4565-8B71-2C8DBACEFFA7}" type="presParOf" srcId="{85653F3C-68E9-4871-A6B9-F00B77DFDB52}" destId="{F84E2D1F-458D-4D2D-8519-E6ED6C618436}" srcOrd="5" destOrd="0" presId="urn:microsoft.com/office/officeart/2005/8/layout/process2"/>
    <dgm:cxn modelId="{37B99F49-34BC-496D-A893-744EBA448E70}" type="presParOf" srcId="{F84E2D1F-458D-4D2D-8519-E6ED6C618436}" destId="{DA9E6EFA-2B6F-4463-BD05-93839D12B294}" srcOrd="0" destOrd="0" presId="urn:microsoft.com/office/officeart/2005/8/layout/process2"/>
    <dgm:cxn modelId="{03E69DBE-4A6D-4C23-9F87-E494682F7D28}" type="presParOf" srcId="{85653F3C-68E9-4871-A6B9-F00B77DFDB52}" destId="{FB0356CD-B1D3-4FD9-AD92-A9C773A2B02B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20F309B-6617-4458-85D6-9E48A9869DEE}">
      <dsp:nvSpPr>
        <dsp:cNvPr id="0" name=""/>
        <dsp:cNvSpPr/>
      </dsp:nvSpPr>
      <dsp:spPr>
        <a:xfrm>
          <a:off x="0" y="48839"/>
          <a:ext cx="6581776" cy="842400"/>
        </a:xfrm>
        <a:prstGeom prst="roundRect">
          <a:avLst/>
        </a:prstGeom>
        <a:solidFill>
          <a:srgbClr val="F27979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 dirty="0"/>
            <a:t>Introduction</a:t>
          </a:r>
          <a:endParaRPr lang="en-US" sz="3600" kern="1200" dirty="0"/>
        </a:p>
      </dsp:txBody>
      <dsp:txXfrm>
        <a:off x="41123" y="89962"/>
        <a:ext cx="6499530" cy="760154"/>
      </dsp:txXfrm>
    </dsp:sp>
    <dsp:sp modelId="{4B19D895-6657-4215-9F94-1A6647B0BF00}">
      <dsp:nvSpPr>
        <dsp:cNvPr id="0" name=""/>
        <dsp:cNvSpPr/>
      </dsp:nvSpPr>
      <dsp:spPr>
        <a:xfrm>
          <a:off x="0" y="994919"/>
          <a:ext cx="6581776" cy="842400"/>
        </a:xfrm>
        <a:prstGeom prst="roundRect">
          <a:avLst/>
        </a:prstGeom>
        <a:solidFill>
          <a:srgbClr val="F279A8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/>
            <a:t>Equipment </a:t>
          </a:r>
          <a:endParaRPr lang="en-US" sz="3600" kern="1200"/>
        </a:p>
      </dsp:txBody>
      <dsp:txXfrm>
        <a:off x="41123" y="1036042"/>
        <a:ext cx="6499530" cy="760154"/>
      </dsp:txXfrm>
    </dsp:sp>
    <dsp:sp modelId="{21B46219-DE52-40B0-9DF1-DD0E5E28FC0E}">
      <dsp:nvSpPr>
        <dsp:cNvPr id="0" name=""/>
        <dsp:cNvSpPr/>
      </dsp:nvSpPr>
      <dsp:spPr>
        <a:xfrm>
          <a:off x="0" y="1940999"/>
          <a:ext cx="6581776" cy="842400"/>
        </a:xfrm>
        <a:prstGeom prst="roundRect">
          <a:avLst/>
        </a:prstGeom>
        <a:solidFill>
          <a:srgbClr val="F279CE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/>
            <a:t>Setup</a:t>
          </a:r>
          <a:endParaRPr lang="en-US" sz="3600" kern="1200"/>
        </a:p>
      </dsp:txBody>
      <dsp:txXfrm>
        <a:off x="41123" y="1982122"/>
        <a:ext cx="6499530" cy="760154"/>
      </dsp:txXfrm>
    </dsp:sp>
    <dsp:sp modelId="{8293093E-6BEA-4E02-822B-0A9215AF998F}">
      <dsp:nvSpPr>
        <dsp:cNvPr id="0" name=""/>
        <dsp:cNvSpPr/>
      </dsp:nvSpPr>
      <dsp:spPr>
        <a:xfrm>
          <a:off x="0" y="2887079"/>
          <a:ext cx="6581776" cy="842400"/>
        </a:xfrm>
        <a:prstGeom prst="roundRect">
          <a:avLst/>
        </a:prstGeom>
        <a:solidFill>
          <a:srgbClr val="E279F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/>
            <a:t>Demo</a:t>
          </a:r>
          <a:endParaRPr lang="en-US" sz="3600" kern="1200"/>
        </a:p>
      </dsp:txBody>
      <dsp:txXfrm>
        <a:off x="41123" y="2928202"/>
        <a:ext cx="6499530" cy="760154"/>
      </dsp:txXfrm>
    </dsp:sp>
    <dsp:sp modelId="{BCF03587-E171-40F0-813B-85D2128A50BF}">
      <dsp:nvSpPr>
        <dsp:cNvPr id="0" name=""/>
        <dsp:cNvSpPr/>
      </dsp:nvSpPr>
      <dsp:spPr>
        <a:xfrm>
          <a:off x="0" y="3833160"/>
          <a:ext cx="6581776" cy="842400"/>
        </a:xfrm>
        <a:prstGeom prst="roundRect">
          <a:avLst/>
        </a:prstGeom>
        <a:solidFill>
          <a:srgbClr val="C479F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 dirty="0"/>
            <a:t>Conclusion</a:t>
          </a:r>
          <a:endParaRPr lang="en-US" sz="3600" kern="1200" dirty="0"/>
        </a:p>
      </dsp:txBody>
      <dsp:txXfrm>
        <a:off x="41123" y="3874283"/>
        <a:ext cx="6499530" cy="76015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404CA1E-55E4-4AF8-89D6-676068F32762}">
      <dsp:nvSpPr>
        <dsp:cNvPr id="0" name=""/>
        <dsp:cNvSpPr/>
      </dsp:nvSpPr>
      <dsp:spPr>
        <a:xfrm>
          <a:off x="3332" y="15213"/>
          <a:ext cx="3249549" cy="1123200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7368" tIns="158496" rIns="277368" bIns="158496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900" kern="1200" dirty="0"/>
            <a:t>Imager</a:t>
          </a:r>
        </a:p>
      </dsp:txBody>
      <dsp:txXfrm>
        <a:off x="3332" y="15213"/>
        <a:ext cx="3249549" cy="1123200"/>
      </dsp:txXfrm>
    </dsp:sp>
    <dsp:sp modelId="{8568EF95-B596-4BBC-A3BE-C6B9992DC6BF}">
      <dsp:nvSpPr>
        <dsp:cNvPr id="0" name=""/>
        <dsp:cNvSpPr/>
      </dsp:nvSpPr>
      <dsp:spPr>
        <a:xfrm>
          <a:off x="3332" y="1138413"/>
          <a:ext cx="3249549" cy="2521960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anchor="t" anchorCtr="0">
          <a:noAutofit/>
        </a:bodyPr>
        <a:lstStyle/>
        <a:p>
          <a:pPr marL="228600" lvl="1" indent="-228600" algn="l" defTabSz="10668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chemeClr val="accent1">
                  <a:lumMod val="50000"/>
                </a:schemeClr>
              </a:solidFill>
            </a:rPr>
            <a:t> Flashing SD card</a:t>
          </a:r>
        </a:p>
        <a:p>
          <a:pPr marL="228600" lvl="1" indent="-228600" algn="l" defTabSz="10668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chemeClr val="accent1">
                  <a:lumMod val="50000"/>
                </a:schemeClr>
              </a:solidFill>
            </a:rPr>
            <a:t> Directly on OS</a:t>
          </a:r>
        </a:p>
        <a:p>
          <a:pPr marL="228600" lvl="1" indent="-228600" algn="l" defTabSz="10668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chemeClr val="accent1">
                  <a:lumMod val="50000"/>
                </a:schemeClr>
              </a:solidFill>
            </a:rPr>
            <a:t> For </a:t>
          </a:r>
          <a:r>
            <a:rPr lang="en-CA" sz="2400" kern="1200" dirty="0" err="1">
              <a:solidFill>
                <a:schemeClr val="accent1">
                  <a:lumMod val="50000"/>
                </a:schemeClr>
              </a:solidFill>
            </a:rPr>
            <a:t>RaspberryPi</a:t>
          </a:r>
          <a:endParaRPr lang="en-CA" sz="2400" kern="1200" dirty="0">
            <a:solidFill>
              <a:schemeClr val="accent1">
                <a:lumMod val="50000"/>
              </a:schemeClr>
            </a:solidFill>
          </a:endParaRPr>
        </a:p>
        <a:p>
          <a:pPr marL="228600" lvl="1" indent="-228600" algn="l" defTabSz="10668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chemeClr val="accent1">
                  <a:lumMod val="50000"/>
                </a:schemeClr>
              </a:solidFill>
            </a:rPr>
            <a:t> Installs Pi-Hole!</a:t>
          </a:r>
        </a:p>
        <a:p>
          <a:pPr marL="228600" lvl="1" indent="-228600" algn="l" defTabSz="10668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chemeClr val="accent1">
                  <a:lumMod val="50000"/>
                </a:schemeClr>
              </a:solidFill>
            </a:rPr>
            <a:t> Easiest Method</a:t>
          </a:r>
        </a:p>
      </dsp:txBody>
      <dsp:txXfrm>
        <a:off x="3332" y="1138413"/>
        <a:ext cx="3249549" cy="2521960"/>
      </dsp:txXfrm>
    </dsp:sp>
    <dsp:sp modelId="{F31E02EB-B6B5-4382-B209-CCB6055829AC}">
      <dsp:nvSpPr>
        <dsp:cNvPr id="0" name=""/>
        <dsp:cNvSpPr/>
      </dsp:nvSpPr>
      <dsp:spPr>
        <a:xfrm>
          <a:off x="3707818" y="15213"/>
          <a:ext cx="3249549" cy="1123200"/>
        </a:xfrm>
        <a:prstGeom prst="rect">
          <a:avLst/>
        </a:prstGeom>
        <a:gradFill rotWithShape="0">
          <a:gsLst>
            <a:gs pos="0">
              <a:schemeClr val="accent4">
                <a:hueOff val="-7959467"/>
                <a:satOff val="19677"/>
                <a:lumOff val="1098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7959467"/>
                <a:satOff val="19677"/>
                <a:lumOff val="1098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7959467"/>
                <a:satOff val="19677"/>
                <a:lumOff val="1098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-7959467"/>
              <a:satOff val="19677"/>
              <a:lumOff val="1098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7368" tIns="158496" rIns="277368" bIns="158496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900" kern="1200" dirty="0"/>
            <a:t>Connect</a:t>
          </a:r>
        </a:p>
      </dsp:txBody>
      <dsp:txXfrm>
        <a:off x="3707818" y="15213"/>
        <a:ext cx="3249549" cy="1123200"/>
      </dsp:txXfrm>
    </dsp:sp>
    <dsp:sp modelId="{A07F1309-F6CF-4E9B-8875-C4DFAA790273}">
      <dsp:nvSpPr>
        <dsp:cNvPr id="0" name=""/>
        <dsp:cNvSpPr/>
      </dsp:nvSpPr>
      <dsp:spPr>
        <a:xfrm>
          <a:off x="3707818" y="1138413"/>
          <a:ext cx="3249549" cy="2521960"/>
        </a:xfrm>
        <a:prstGeom prst="rect">
          <a:avLst/>
        </a:prstGeom>
        <a:solidFill>
          <a:schemeClr val="accent4">
            <a:tint val="40000"/>
            <a:alpha val="90000"/>
            <a:hueOff val="-7948142"/>
            <a:satOff val="18768"/>
            <a:lumOff val="2898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-7948142"/>
              <a:satOff val="18768"/>
              <a:lumOff val="2898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rgbClr val="339966"/>
              </a:solidFill>
            </a:rPr>
            <a:t> Remote access to   existing installation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rgbClr val="339966"/>
              </a:solidFill>
            </a:rPr>
            <a:t> Connects securely to a Cloud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rgbClr val="339966"/>
              </a:solidFill>
            </a:rPr>
            <a:t> Doesn’t install Pi-Hole..</a:t>
          </a:r>
        </a:p>
      </dsp:txBody>
      <dsp:txXfrm>
        <a:off x="3707818" y="1138413"/>
        <a:ext cx="3249549" cy="2521960"/>
      </dsp:txXfrm>
    </dsp:sp>
    <dsp:sp modelId="{F1925FF9-44D1-4D0A-B4CC-91EFEDDCB7A2}">
      <dsp:nvSpPr>
        <dsp:cNvPr id="0" name=""/>
        <dsp:cNvSpPr/>
      </dsp:nvSpPr>
      <dsp:spPr>
        <a:xfrm>
          <a:off x="7412304" y="15213"/>
          <a:ext cx="3249549" cy="1123200"/>
        </a:xfrm>
        <a:prstGeom prst="rect">
          <a:avLst/>
        </a:prstGeom>
        <a:gradFill rotWithShape="0">
          <a:gsLst>
            <a:gs pos="0">
              <a:schemeClr val="accent4">
                <a:hueOff val="-15918935"/>
                <a:satOff val="39353"/>
                <a:lumOff val="2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15918935"/>
                <a:satOff val="39353"/>
                <a:lumOff val="2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15918935"/>
                <a:satOff val="39353"/>
                <a:lumOff val="2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-15918935"/>
              <a:satOff val="39353"/>
              <a:lumOff val="2196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7368" tIns="158496" rIns="277368" bIns="158496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900" kern="1200" dirty="0"/>
            <a:t>Docker</a:t>
          </a:r>
        </a:p>
      </dsp:txBody>
      <dsp:txXfrm>
        <a:off x="7412304" y="15213"/>
        <a:ext cx="3249549" cy="1123200"/>
      </dsp:txXfrm>
    </dsp:sp>
    <dsp:sp modelId="{66A20804-96A6-47C1-A60E-9572E214C737}">
      <dsp:nvSpPr>
        <dsp:cNvPr id="0" name=""/>
        <dsp:cNvSpPr/>
      </dsp:nvSpPr>
      <dsp:spPr>
        <a:xfrm>
          <a:off x="7412304" y="1138413"/>
          <a:ext cx="3249549" cy="2521960"/>
        </a:xfrm>
        <a:prstGeom prst="rect">
          <a:avLst/>
        </a:prstGeom>
        <a:solidFill>
          <a:schemeClr val="accent4">
            <a:tint val="40000"/>
            <a:alpha val="90000"/>
            <a:hueOff val="-15896285"/>
            <a:satOff val="37536"/>
            <a:lumOff val="5796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-15896285"/>
              <a:satOff val="37536"/>
              <a:lumOff val="579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chemeClr val="accent5">
                  <a:lumMod val="50000"/>
                </a:schemeClr>
              </a:solidFill>
            </a:rPr>
            <a:t> Runs on Container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chemeClr val="accent5">
                  <a:lumMod val="50000"/>
                </a:schemeClr>
              </a:solidFill>
            </a:rPr>
            <a:t> Not directly on OS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chemeClr val="accent5">
                  <a:lumMod val="50000"/>
                </a:schemeClr>
              </a:solidFill>
            </a:rPr>
            <a:t> For PC &amp; servers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chemeClr val="accent5">
                  <a:lumMod val="50000"/>
                </a:schemeClr>
              </a:solidFill>
            </a:rPr>
            <a:t> Installs Pi-Hole!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chemeClr val="accent5">
                  <a:lumMod val="50000"/>
                </a:schemeClr>
              </a:solidFill>
            </a:rPr>
            <a:t> Advanced Method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endParaRPr lang="en-CA" sz="2400" kern="1200" dirty="0">
            <a:solidFill>
              <a:schemeClr val="accent5">
                <a:lumMod val="50000"/>
              </a:schemeClr>
            </a:solidFill>
          </a:endParaRPr>
        </a:p>
      </dsp:txBody>
      <dsp:txXfrm>
        <a:off x="7412304" y="1138413"/>
        <a:ext cx="3249549" cy="252196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36C58B-26C4-49F1-93A5-63D14375D692}">
      <dsp:nvSpPr>
        <dsp:cNvPr id="0" name=""/>
        <dsp:cNvSpPr/>
      </dsp:nvSpPr>
      <dsp:spPr>
        <a:xfrm>
          <a:off x="2023466" y="0"/>
          <a:ext cx="1348978" cy="873190"/>
        </a:xfrm>
        <a:prstGeom prst="trapezoid">
          <a:avLst>
            <a:gd name="adj" fmla="val 77244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5880" tIns="55880" rIns="55880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4400" b="0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0</a:t>
          </a:r>
        </a:p>
      </dsp:txBody>
      <dsp:txXfrm>
        <a:off x="2023466" y="0"/>
        <a:ext cx="1348978" cy="873190"/>
      </dsp:txXfrm>
    </dsp:sp>
    <dsp:sp modelId="{BA94E0F0-3A88-4C7B-8E20-D26B16588303}">
      <dsp:nvSpPr>
        <dsp:cNvPr id="0" name=""/>
        <dsp:cNvSpPr/>
      </dsp:nvSpPr>
      <dsp:spPr>
        <a:xfrm>
          <a:off x="1348978" y="873190"/>
          <a:ext cx="2697956" cy="873190"/>
        </a:xfrm>
        <a:prstGeom prst="trapezoid">
          <a:avLst>
            <a:gd name="adj" fmla="val 77244"/>
          </a:avLst>
        </a:prstGeom>
        <a:gradFill rotWithShape="0">
          <a:gsLst>
            <a:gs pos="0">
              <a:schemeClr val="accent4">
                <a:hueOff val="-5306312"/>
                <a:satOff val="13118"/>
                <a:lumOff val="732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5306312"/>
                <a:satOff val="13118"/>
                <a:lumOff val="732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5306312"/>
                <a:satOff val="13118"/>
                <a:lumOff val="732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9850" tIns="69850" rIns="69850" bIns="69850" numCol="1" spcCol="1270" anchor="ctr" anchorCtr="0">
          <a:noAutofit/>
        </a:bodyPr>
        <a:lstStyle/>
        <a:p>
          <a:pPr marL="0" lvl="0" indent="0" algn="ctr" defTabSz="2444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5500" b="0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1</a:t>
          </a:r>
        </a:p>
      </dsp:txBody>
      <dsp:txXfrm>
        <a:off x="1821120" y="873190"/>
        <a:ext cx="1753671" cy="873190"/>
      </dsp:txXfrm>
    </dsp:sp>
    <dsp:sp modelId="{50427EFA-CCA6-4246-B97A-A038FCD13F0C}">
      <dsp:nvSpPr>
        <dsp:cNvPr id="0" name=""/>
        <dsp:cNvSpPr/>
      </dsp:nvSpPr>
      <dsp:spPr>
        <a:xfrm>
          <a:off x="674488" y="1746381"/>
          <a:ext cx="4046934" cy="873190"/>
        </a:xfrm>
        <a:prstGeom prst="trapezoid">
          <a:avLst>
            <a:gd name="adj" fmla="val 77244"/>
          </a:avLst>
        </a:prstGeom>
        <a:gradFill rotWithShape="0">
          <a:gsLst>
            <a:gs pos="0">
              <a:schemeClr val="accent4">
                <a:hueOff val="-10612624"/>
                <a:satOff val="26235"/>
                <a:lumOff val="1464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10612624"/>
                <a:satOff val="26235"/>
                <a:lumOff val="1464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10612624"/>
                <a:satOff val="26235"/>
                <a:lumOff val="1464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9850" tIns="69850" rIns="69850" bIns="69850" numCol="1" spcCol="1270" anchor="ctr" anchorCtr="0">
          <a:noAutofit/>
        </a:bodyPr>
        <a:lstStyle/>
        <a:p>
          <a:pPr marL="0" lvl="0" indent="0" algn="ctr" defTabSz="2444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5500" b="0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2</a:t>
          </a:r>
        </a:p>
      </dsp:txBody>
      <dsp:txXfrm>
        <a:off x="1382702" y="1746381"/>
        <a:ext cx="2630507" cy="873190"/>
      </dsp:txXfrm>
    </dsp:sp>
    <dsp:sp modelId="{B9837CA5-60B7-4B0B-A12C-C8FF9CC55A31}">
      <dsp:nvSpPr>
        <dsp:cNvPr id="0" name=""/>
        <dsp:cNvSpPr/>
      </dsp:nvSpPr>
      <dsp:spPr>
        <a:xfrm>
          <a:off x="0" y="2619571"/>
          <a:ext cx="5395912" cy="873190"/>
        </a:xfrm>
        <a:prstGeom prst="trapezoid">
          <a:avLst>
            <a:gd name="adj" fmla="val 77244"/>
          </a:avLst>
        </a:prstGeom>
        <a:gradFill rotWithShape="0">
          <a:gsLst>
            <a:gs pos="0">
              <a:schemeClr val="accent4">
                <a:hueOff val="-15918935"/>
                <a:satOff val="39353"/>
                <a:lumOff val="2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15918935"/>
                <a:satOff val="39353"/>
                <a:lumOff val="2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15918935"/>
                <a:satOff val="39353"/>
                <a:lumOff val="2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9850" tIns="69850" rIns="69850" bIns="69850" numCol="1" spcCol="1270" anchor="ctr" anchorCtr="0">
          <a:noAutofit/>
        </a:bodyPr>
        <a:lstStyle/>
        <a:p>
          <a:pPr marL="0" lvl="0" indent="0" algn="ctr" defTabSz="2444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5500" b="0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3</a:t>
          </a:r>
        </a:p>
      </dsp:txBody>
      <dsp:txXfrm>
        <a:off x="944284" y="2619571"/>
        <a:ext cx="3507342" cy="87319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3EFDFF-582F-4CBD-BBC0-D2F13A44D859}">
      <dsp:nvSpPr>
        <dsp:cNvPr id="0" name=""/>
        <dsp:cNvSpPr/>
      </dsp:nvSpPr>
      <dsp:spPr>
        <a:xfrm>
          <a:off x="0" y="1654"/>
          <a:ext cx="6610077" cy="6153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800" kern="1200" dirty="0"/>
            <a:t>Show everything</a:t>
          </a:r>
        </a:p>
      </dsp:txBody>
      <dsp:txXfrm>
        <a:off x="18023" y="19677"/>
        <a:ext cx="6574031" cy="579321"/>
      </dsp:txXfrm>
    </dsp:sp>
    <dsp:sp modelId="{F686C72D-290F-4D03-8CD1-291CD887DE42}">
      <dsp:nvSpPr>
        <dsp:cNvPr id="0" name=""/>
        <dsp:cNvSpPr/>
      </dsp:nvSpPr>
      <dsp:spPr>
        <a:xfrm rot="5400000">
          <a:off x="3189657" y="632406"/>
          <a:ext cx="230762" cy="276915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1200" kern="1200"/>
        </a:p>
      </dsp:txBody>
      <dsp:txXfrm rot="-5400000">
        <a:off x="3221964" y="655483"/>
        <a:ext cx="166149" cy="161533"/>
      </dsp:txXfrm>
    </dsp:sp>
    <dsp:sp modelId="{8FB7D71C-08F1-45B9-A0BF-B8D791C4C745}">
      <dsp:nvSpPr>
        <dsp:cNvPr id="0" name=""/>
        <dsp:cNvSpPr/>
      </dsp:nvSpPr>
      <dsp:spPr>
        <a:xfrm>
          <a:off x="867881" y="924705"/>
          <a:ext cx="4874313" cy="6153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-5306312"/>
                <a:satOff val="13118"/>
                <a:lumOff val="732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5306312"/>
                <a:satOff val="13118"/>
                <a:lumOff val="732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5306312"/>
                <a:satOff val="13118"/>
                <a:lumOff val="732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800" kern="1200" dirty="0"/>
            <a:t>Hide domains</a:t>
          </a:r>
        </a:p>
      </dsp:txBody>
      <dsp:txXfrm>
        <a:off x="885904" y="942728"/>
        <a:ext cx="4838267" cy="579321"/>
      </dsp:txXfrm>
    </dsp:sp>
    <dsp:sp modelId="{BF295578-64D7-431E-AC21-887265AAB6EA}">
      <dsp:nvSpPr>
        <dsp:cNvPr id="0" name=""/>
        <dsp:cNvSpPr/>
      </dsp:nvSpPr>
      <dsp:spPr>
        <a:xfrm rot="5400000">
          <a:off x="3189657" y="1555457"/>
          <a:ext cx="230762" cy="276915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hueOff val="-7959467"/>
                <a:satOff val="19677"/>
                <a:lumOff val="1098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7959467"/>
                <a:satOff val="19677"/>
                <a:lumOff val="1098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7959467"/>
                <a:satOff val="19677"/>
                <a:lumOff val="1098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1200" kern="1200"/>
        </a:p>
      </dsp:txBody>
      <dsp:txXfrm rot="-5400000">
        <a:off x="3221964" y="1578534"/>
        <a:ext cx="166149" cy="161533"/>
      </dsp:txXfrm>
    </dsp:sp>
    <dsp:sp modelId="{21ED042B-126E-4626-8E64-535FAE487991}">
      <dsp:nvSpPr>
        <dsp:cNvPr id="0" name=""/>
        <dsp:cNvSpPr/>
      </dsp:nvSpPr>
      <dsp:spPr>
        <a:xfrm>
          <a:off x="1764708" y="1847757"/>
          <a:ext cx="3080659" cy="6153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-10612624"/>
                <a:satOff val="26235"/>
                <a:lumOff val="1464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10612624"/>
                <a:satOff val="26235"/>
                <a:lumOff val="1464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10612624"/>
                <a:satOff val="26235"/>
                <a:lumOff val="1464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800" kern="1200" dirty="0"/>
            <a:t>Hide domains &amp; clients</a:t>
          </a:r>
        </a:p>
      </dsp:txBody>
      <dsp:txXfrm>
        <a:off x="1782731" y="1865780"/>
        <a:ext cx="3044613" cy="579321"/>
      </dsp:txXfrm>
    </dsp:sp>
    <dsp:sp modelId="{F84E2D1F-458D-4D2D-8519-E6ED6C618436}">
      <dsp:nvSpPr>
        <dsp:cNvPr id="0" name=""/>
        <dsp:cNvSpPr/>
      </dsp:nvSpPr>
      <dsp:spPr>
        <a:xfrm rot="5400000">
          <a:off x="3189657" y="2478509"/>
          <a:ext cx="230762" cy="276915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hueOff val="-15918935"/>
                <a:satOff val="39353"/>
                <a:lumOff val="2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15918935"/>
                <a:satOff val="39353"/>
                <a:lumOff val="2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15918935"/>
                <a:satOff val="39353"/>
                <a:lumOff val="2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1200" kern="1200"/>
        </a:p>
      </dsp:txBody>
      <dsp:txXfrm rot="-5400000">
        <a:off x="3221964" y="2501586"/>
        <a:ext cx="166149" cy="161533"/>
      </dsp:txXfrm>
    </dsp:sp>
    <dsp:sp modelId="{FB0356CD-B1D3-4FD9-AD92-A9C773A2B02B}">
      <dsp:nvSpPr>
        <dsp:cNvPr id="0" name=""/>
        <dsp:cNvSpPr/>
      </dsp:nvSpPr>
      <dsp:spPr>
        <a:xfrm>
          <a:off x="2123512" y="2770809"/>
          <a:ext cx="2363051" cy="6153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-15918935"/>
                <a:satOff val="39353"/>
                <a:lumOff val="2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15918935"/>
                <a:satOff val="39353"/>
                <a:lumOff val="2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15918935"/>
                <a:satOff val="39353"/>
                <a:lumOff val="2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800" kern="1200" dirty="0"/>
            <a:t>Anonymous mode</a:t>
          </a:r>
        </a:p>
      </dsp:txBody>
      <dsp:txXfrm>
        <a:off x="2141535" y="2788832"/>
        <a:ext cx="2327005" cy="57932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5647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384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633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755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12/10/2025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4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12/10/2025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58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12/10/2025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9073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675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5955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9006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929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8240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2" r:id="rId6"/>
    <p:sldLayoutId id="2147483688" r:id="rId7"/>
    <p:sldLayoutId id="2147483689" r:id="rId8"/>
    <p:sldLayoutId id="2147483690" r:id="rId9"/>
    <p:sldLayoutId id="2147483691" r:id="rId10"/>
    <p:sldLayoutId id="2147483693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awesome-privacy.xyz/networking/host-block-lists/hosts-by-stevenblack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4.xml"/><Relationship Id="rId13" Type="http://schemas.openxmlformats.org/officeDocument/2006/relationships/image" Target="../media/image7.svg"/><Relationship Id="rId3" Type="http://schemas.openxmlformats.org/officeDocument/2006/relationships/diagramLayout" Target="../diagrams/layout3.xml"/><Relationship Id="rId7" Type="http://schemas.openxmlformats.org/officeDocument/2006/relationships/diagramData" Target="../diagrams/data4.xml"/><Relationship Id="rId12" Type="http://schemas.openxmlformats.org/officeDocument/2006/relationships/image" Target="../media/image6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11" Type="http://schemas.microsoft.com/office/2007/relationships/diagramDrawing" Target="../diagrams/drawing4.xml"/><Relationship Id="rId5" Type="http://schemas.openxmlformats.org/officeDocument/2006/relationships/diagramColors" Target="../diagrams/colors3.xml"/><Relationship Id="rId10" Type="http://schemas.openxmlformats.org/officeDocument/2006/relationships/diagramColors" Target="../diagrams/colors4.xml"/><Relationship Id="rId4" Type="http://schemas.openxmlformats.org/officeDocument/2006/relationships/diagramQuickStyle" Target="../diagrams/quickStyle3.xml"/><Relationship Id="rId9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9A480A-3A8E-52C4-0CAA-A318C38B4E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871758"/>
            <a:ext cx="5227171" cy="3871143"/>
          </a:xfrm>
        </p:spPr>
        <p:txBody>
          <a:bodyPr>
            <a:normAutofit/>
          </a:bodyPr>
          <a:lstStyle/>
          <a:p>
            <a:r>
              <a:rPr lang="en-CA" dirty="0"/>
              <a:t>Ad-blocking using pi-hole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F92898-42AC-FEAB-9357-2716F5C0FB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1688" y="4785543"/>
            <a:ext cx="4857857" cy="1005657"/>
          </a:xfrm>
        </p:spPr>
        <p:txBody>
          <a:bodyPr>
            <a:normAutofit/>
          </a:bodyPr>
          <a:lstStyle/>
          <a:p>
            <a:r>
              <a:rPr lang="en-CA" dirty="0"/>
              <a:t>By Farwah Bakhsh and Fadwa Shalaby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49149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7CC41EB-2D81-4303-9171-6401B388B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49149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Abstract red geometric pattern">
            <a:extLst>
              <a:ext uri="{FF2B5EF4-FFF2-40B4-BE49-F238E27FC236}">
                <a16:creationId xmlns:a16="http://schemas.microsoft.com/office/drawing/2014/main" id="{7E6CF542-0093-5861-CDFD-3D1F9D3117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62" r="37483" b="-1"/>
          <a:stretch>
            <a:fillRect/>
          </a:stretch>
        </p:blipFill>
        <p:spPr>
          <a:xfrm>
            <a:off x="6515100" y="10"/>
            <a:ext cx="567690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0643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2B91E7-9253-5442-C5A8-5110948A0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660776" cy="4404064"/>
          </a:xfrm>
        </p:spPr>
        <p:txBody>
          <a:bodyPr>
            <a:normAutofit/>
          </a:bodyPr>
          <a:lstStyle/>
          <a:p>
            <a:r>
              <a:rPr lang="en-CA" dirty="0"/>
              <a:t>Table of contents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75B4F83-6FDB-4998-8E11-31CE6E704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0794B99-5B9D-4B94-9505-1EDED76CD6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E891D25-021A-DC75-2D61-080C872428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1040060"/>
              </p:ext>
            </p:extLst>
          </p:nvPr>
        </p:nvGraphicFramePr>
        <p:xfrm>
          <a:off x="4876800" y="1066801"/>
          <a:ext cx="6581776" cy="4724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84926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C4AF90-3AEE-F74A-9B84-591E31AB7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6239599" cy="809469"/>
          </a:xfrm>
        </p:spPr>
        <p:txBody>
          <a:bodyPr>
            <a:normAutofit/>
          </a:bodyPr>
          <a:lstStyle/>
          <a:p>
            <a:r>
              <a:rPr lang="en-CA" dirty="0"/>
              <a:t>Introduction</a:t>
            </a:r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435C2BE7-B9D9-D49E-8A44-8DC5114D8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Shooting star outline">
            <a:extLst>
              <a:ext uri="{FF2B5EF4-FFF2-40B4-BE49-F238E27FC236}">
                <a16:creationId xmlns:a16="http://schemas.microsoft.com/office/drawing/2014/main" id="{482BBF3C-E379-BF27-96E6-6E59D6E5EE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6676" y="1676664"/>
            <a:ext cx="809470" cy="809469"/>
          </a:xfrm>
        </p:spPr>
      </p:pic>
      <p:pic>
        <p:nvPicPr>
          <p:cNvPr id="1026" name="Picture 2" descr="Pi-hole - Wikipedia">
            <a:extLst>
              <a:ext uri="{FF2B5EF4-FFF2-40B4-BE49-F238E27FC236}">
                <a16:creationId xmlns:a16="http://schemas.microsoft.com/office/drawing/2014/main" id="{262249C4-A8B9-5BF5-E650-7AC952D565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-1" r="-1" b="-799"/>
          <a:stretch>
            <a:fillRect/>
          </a:stretch>
        </p:blipFill>
        <p:spPr bwMode="auto">
          <a:xfrm>
            <a:off x="7580376" y="731519"/>
            <a:ext cx="3895344" cy="5774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A3A417-08C4-0971-963C-F80360EA9B24}"/>
              </a:ext>
            </a:extLst>
          </p:cNvPr>
          <p:cNvSpPr txBox="1"/>
          <p:nvPr/>
        </p:nvSpPr>
        <p:spPr>
          <a:xfrm>
            <a:off x="1086146" y="1789011"/>
            <a:ext cx="53919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dirty="0">
                <a:solidFill>
                  <a:srgbClr val="C00000"/>
                </a:solidFill>
                <a:latin typeface="+mj-lt"/>
              </a:rPr>
              <a:t>What is Pi-Hole 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608A47-0D5A-6D4F-B629-C4203B96DB32}"/>
              </a:ext>
            </a:extLst>
          </p:cNvPr>
          <p:cNvSpPr txBox="1"/>
          <p:nvPr/>
        </p:nvSpPr>
        <p:spPr>
          <a:xfrm>
            <a:off x="681411" y="2373786"/>
            <a:ext cx="5796647" cy="41984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CA" dirty="0"/>
              <a:t>Linux network-level advertisement and Internet tracker blocking application.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CA" dirty="0"/>
              <a:t>Acts as a DNS sinkhole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CA" dirty="0"/>
              <a:t>Used on private networks (e.g. your own home’s modem)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CA" dirty="0"/>
              <a:t>Designed for low power devices with network capability (e.g. </a:t>
            </a:r>
            <a:r>
              <a:rPr lang="en-CA" dirty="0" err="1"/>
              <a:t>RaspberryPi</a:t>
            </a:r>
            <a:r>
              <a:rPr lang="en-CA" dirty="0"/>
              <a:t> 3, old computer, any other </a:t>
            </a:r>
            <a:r>
              <a:rPr lang="en-CA" dirty="0" err="1"/>
              <a:t>linux</a:t>
            </a:r>
            <a:r>
              <a:rPr lang="en-CA" dirty="0"/>
              <a:t> system)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CA" dirty="0"/>
              <a:t>Free &amp; Open-Source software ! Making sure </a:t>
            </a:r>
            <a:r>
              <a:rPr lang="en-CA" b="1" dirty="0"/>
              <a:t>you</a:t>
            </a:r>
            <a:r>
              <a:rPr lang="en-CA" dirty="0"/>
              <a:t> are the only person in control of your own </a:t>
            </a:r>
            <a:r>
              <a:rPr lang="en-CA" b="1" dirty="0"/>
              <a:t>privacy</a:t>
            </a:r>
            <a:r>
              <a:rPr lang="en-CA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9878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48E26F-B17C-A573-3AD4-435390936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0C0479CF-1162-FADE-6878-65F8AD6AE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3C9A9B-44F1-F21A-62CE-105E3BC7A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6239599" cy="809469"/>
          </a:xfrm>
        </p:spPr>
        <p:txBody>
          <a:bodyPr>
            <a:normAutofit/>
          </a:bodyPr>
          <a:lstStyle/>
          <a:p>
            <a:r>
              <a:rPr lang="en-CA" dirty="0"/>
              <a:t>Introduction</a:t>
            </a:r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7EF3FB56-C28B-1795-FEAE-99A7E8DE26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Shooting star outline">
            <a:extLst>
              <a:ext uri="{FF2B5EF4-FFF2-40B4-BE49-F238E27FC236}">
                <a16:creationId xmlns:a16="http://schemas.microsoft.com/office/drawing/2014/main" id="{5B115112-DBD9-C39C-D92A-CCFFB86219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6676" y="1676664"/>
            <a:ext cx="809470" cy="809469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C7C30F0-4959-30EA-BA65-B914DDE62718}"/>
              </a:ext>
            </a:extLst>
          </p:cNvPr>
          <p:cNvSpPr txBox="1"/>
          <p:nvPr/>
        </p:nvSpPr>
        <p:spPr>
          <a:xfrm>
            <a:off x="1086146" y="1789011"/>
            <a:ext cx="53919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dirty="0">
                <a:solidFill>
                  <a:srgbClr val="C00000"/>
                </a:solidFill>
                <a:latin typeface="+mj-lt"/>
              </a:rPr>
              <a:t>How does Pi-Hole work ?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B9444BA-E290-B3D0-36FA-9DB268E10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6423" y="2486133"/>
            <a:ext cx="5391912" cy="3843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4987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5E62A-D2AD-A76E-EF38-D97A77791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Equipment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59C2A-29A5-2823-AB84-1BAD8219E7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72101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531C6-13AF-DE91-AD79-213150BE1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6A87B-4023-A72C-3715-26A60611CB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585176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31918-8025-E71A-793F-633660B0C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5EB2ACA8-65A9-A9D8-2A73-7BB9A2F4D8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0020296"/>
              </p:ext>
            </p:extLst>
          </p:nvPr>
        </p:nvGraphicFramePr>
        <p:xfrm>
          <a:off x="700635" y="1735861"/>
          <a:ext cx="10665187" cy="36755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1" name="Title 1">
            <a:extLst>
              <a:ext uri="{FF2B5EF4-FFF2-40B4-BE49-F238E27FC236}">
                <a16:creationId xmlns:a16="http://schemas.microsoft.com/office/drawing/2014/main" id="{7243780B-E826-7174-A369-40FF75B9F6AE}"/>
              </a:ext>
            </a:extLst>
          </p:cNvPr>
          <p:cNvSpPr txBox="1">
            <a:spLocks/>
          </p:cNvSpPr>
          <p:nvPr/>
        </p:nvSpPr>
        <p:spPr>
          <a:xfrm>
            <a:off x="700635" y="914400"/>
            <a:ext cx="10691265" cy="704538"/>
          </a:xfrm>
          <a:prstGeom prst="rect">
            <a:avLst/>
          </a:prstGeo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8900000" scaled="1"/>
            <a:tileRect/>
          </a:gra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dirty="0">
                <a:solidFill>
                  <a:schemeClr val="bg1"/>
                </a:solidFill>
              </a:rPr>
              <a:t>Setup – Installation options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316467C-AD45-455F-BBE7-593D85629E2F}"/>
              </a:ext>
            </a:extLst>
          </p:cNvPr>
          <p:cNvSpPr txBox="1">
            <a:spLocks/>
          </p:cNvSpPr>
          <p:nvPr/>
        </p:nvSpPr>
        <p:spPr>
          <a:xfrm rot="10800000">
            <a:off x="700635" y="82446"/>
            <a:ext cx="10691265" cy="70453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C7934E6E-B084-B5F5-F637-6A9CCF752128}"/>
              </a:ext>
            </a:extLst>
          </p:cNvPr>
          <p:cNvSpPr txBox="1">
            <a:spLocks/>
          </p:cNvSpPr>
          <p:nvPr/>
        </p:nvSpPr>
        <p:spPr>
          <a:xfrm rot="10800000">
            <a:off x="750367" y="5591331"/>
            <a:ext cx="10691265" cy="704538"/>
          </a:xfrm>
          <a:prstGeom prst="rect">
            <a:avLst/>
          </a:prstGeo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3500000" scaled="1"/>
            <a:tileRect/>
          </a:gra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dirty="0">
                <a:solidFill>
                  <a:schemeClr val="bg1"/>
                </a:solidFill>
              </a:rPr>
              <a:t>Setup – Installation options</a:t>
            </a:r>
          </a:p>
        </p:txBody>
      </p:sp>
    </p:spTree>
    <p:extLst>
      <p:ext uri="{BB962C8B-B14F-4D97-AF65-F5344CB8AC3E}">
        <p14:creationId xmlns:p14="http://schemas.microsoft.com/office/powerpoint/2010/main" val="525356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CDA5F-7AB4-B64C-40B9-D988B1A19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A615C-EEC2-73BE-3EDA-89C327A50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704538"/>
          </a:xfr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8900000" scaled="1"/>
            <a:tileRect/>
          </a:gradFill>
        </p:spPr>
        <p:txBody>
          <a:bodyPr/>
          <a:lstStyle/>
          <a:p>
            <a:r>
              <a:rPr lang="en-CA">
                <a:solidFill>
                  <a:schemeClr val="bg1"/>
                </a:solidFill>
              </a:rPr>
              <a:t>Setup – Static Ip</a:t>
            </a:r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21D68-7F4B-5CE3-0421-F22C9AEA65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963711"/>
            <a:ext cx="10691265" cy="3372787"/>
          </a:xfrm>
        </p:spPr>
        <p:txBody>
          <a:bodyPr/>
          <a:lstStyle/>
          <a:p>
            <a:r>
              <a:rPr lang="en-CA" dirty="0">
                <a:solidFill>
                  <a:srgbClr val="339966"/>
                </a:solidFill>
              </a:rPr>
              <a:t>What is a static IP?</a:t>
            </a:r>
          </a:p>
          <a:p>
            <a:pPr lvl="1"/>
            <a:r>
              <a:rPr lang="en-CA" dirty="0">
                <a:solidFill>
                  <a:srgbClr val="339966"/>
                </a:solidFill>
              </a:rPr>
              <a:t>Fixed internet protocol address used to maintain the same address whenever it’s connected to the internet.</a:t>
            </a:r>
          </a:p>
          <a:p>
            <a:r>
              <a:rPr lang="en-CA" dirty="0">
                <a:solidFill>
                  <a:srgbClr val="339966"/>
                </a:solidFill>
              </a:rPr>
              <a:t>What is DHCP?</a:t>
            </a:r>
          </a:p>
          <a:p>
            <a:pPr lvl="1"/>
            <a:r>
              <a:rPr lang="en-CA" dirty="0">
                <a:solidFill>
                  <a:srgbClr val="339966"/>
                </a:solidFill>
              </a:rPr>
              <a:t>Protocol in a local network that, when plugged to a device, automatically gives an IP address.</a:t>
            </a:r>
          </a:p>
          <a:p>
            <a:r>
              <a:rPr lang="en-CA" dirty="0">
                <a:solidFill>
                  <a:srgbClr val="339966"/>
                </a:solidFill>
              </a:rPr>
              <a:t>Correlation:</a:t>
            </a:r>
          </a:p>
          <a:p>
            <a:pPr lvl="1"/>
            <a:r>
              <a:rPr lang="en-CA" dirty="0">
                <a:solidFill>
                  <a:srgbClr val="339966"/>
                </a:solidFill>
              </a:rPr>
              <a:t>We use DHCP reservation so Pi-Hole always has the same static IP. DCHP normally assigns dynamic Ips, but since Pi-Hole requires a fixed Ip, we use a DHCP reservation to make its IP static.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D2B3463-BF8E-3A3D-7625-610E05979F50}"/>
              </a:ext>
            </a:extLst>
          </p:cNvPr>
          <p:cNvSpPr txBox="1">
            <a:spLocks/>
          </p:cNvSpPr>
          <p:nvPr/>
        </p:nvSpPr>
        <p:spPr>
          <a:xfrm rot="10800000">
            <a:off x="750367" y="5591331"/>
            <a:ext cx="10691265" cy="704538"/>
          </a:xfrm>
          <a:prstGeom prst="rect">
            <a:avLst/>
          </a:prstGeo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3500000" scaled="1"/>
            <a:tileRect/>
          </a:gra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dirty="0">
                <a:solidFill>
                  <a:schemeClr val="bg1"/>
                </a:solidFill>
              </a:rPr>
              <a:t>Setup – Static </a:t>
            </a:r>
            <a:r>
              <a:rPr lang="en-CA" dirty="0" err="1">
                <a:solidFill>
                  <a:schemeClr val="bg1"/>
                </a:solidFill>
              </a:rPr>
              <a:t>ip</a:t>
            </a:r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C585AD6-C1B9-CE7A-D245-50B4E391E8D3}"/>
              </a:ext>
            </a:extLst>
          </p:cNvPr>
          <p:cNvSpPr txBox="1">
            <a:spLocks/>
          </p:cNvSpPr>
          <p:nvPr/>
        </p:nvSpPr>
        <p:spPr>
          <a:xfrm rot="10800000">
            <a:off x="700635" y="82446"/>
            <a:ext cx="10691265" cy="70453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C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66596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EA037-C81B-29CA-B563-C402CACA3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DE274-209D-6811-FA96-EE07A8C88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704538"/>
          </a:xfr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8900000" scaled="1"/>
            <a:tileRect/>
          </a:gradFill>
        </p:spPr>
        <p:txBody>
          <a:bodyPr/>
          <a:lstStyle/>
          <a:p>
            <a:r>
              <a:rPr lang="en-CA" dirty="0">
                <a:solidFill>
                  <a:schemeClr val="bg1"/>
                </a:solidFill>
              </a:rPr>
              <a:t>Setup – network Connection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3B6712-7B36-F03C-56A7-A079EFB301F2}"/>
              </a:ext>
            </a:extLst>
          </p:cNvPr>
          <p:cNvSpPr txBox="1">
            <a:spLocks/>
          </p:cNvSpPr>
          <p:nvPr/>
        </p:nvSpPr>
        <p:spPr>
          <a:xfrm rot="10800000">
            <a:off x="750367" y="5591331"/>
            <a:ext cx="10691265" cy="704538"/>
          </a:xfrm>
          <a:prstGeom prst="rect">
            <a:avLst/>
          </a:prstGeo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3500000" scaled="1"/>
            <a:tileRect/>
          </a:gra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dirty="0">
                <a:solidFill>
                  <a:schemeClr val="bg1"/>
                </a:solidFill>
              </a:rPr>
              <a:t>Setup – network connection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42239DE-BB5C-D507-E4AD-8881744EFF09}"/>
              </a:ext>
            </a:extLst>
          </p:cNvPr>
          <p:cNvSpPr txBox="1">
            <a:spLocks/>
          </p:cNvSpPr>
          <p:nvPr/>
        </p:nvSpPr>
        <p:spPr>
          <a:xfrm rot="10800000">
            <a:off x="700635" y="82446"/>
            <a:ext cx="10691265" cy="70453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BB4F6AC7-67F8-911F-25D9-C94834CF04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631" y="2428407"/>
            <a:ext cx="3863869" cy="1094244"/>
          </a:xfr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CA" sz="3200" dirty="0"/>
              <a:t>Wi-Fi</a:t>
            </a:r>
          </a:p>
        </p:txBody>
      </p:sp>
      <p:sp>
        <p:nvSpPr>
          <p:cNvPr id="19" name="Content Placeholder 16">
            <a:extLst>
              <a:ext uri="{FF2B5EF4-FFF2-40B4-BE49-F238E27FC236}">
                <a16:creationId xmlns:a16="http://schemas.microsoft.com/office/drawing/2014/main" id="{C408E213-89FD-5FD4-0A2D-9719DE22DD97}"/>
              </a:ext>
            </a:extLst>
          </p:cNvPr>
          <p:cNvSpPr txBox="1">
            <a:spLocks/>
          </p:cNvSpPr>
          <p:nvPr/>
        </p:nvSpPr>
        <p:spPr>
          <a:xfrm>
            <a:off x="1714500" y="2023709"/>
            <a:ext cx="3863869" cy="1498942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CA" sz="3200" dirty="0">
                <a:solidFill>
                  <a:schemeClr val="bg1"/>
                </a:solidFill>
              </a:rPr>
              <a:t>Ethernet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3A0AFB37-A81F-415D-3D19-443CC9C1DCF8}"/>
              </a:ext>
            </a:extLst>
          </p:cNvPr>
          <p:cNvSpPr txBox="1">
            <a:spLocks/>
          </p:cNvSpPr>
          <p:nvPr/>
        </p:nvSpPr>
        <p:spPr>
          <a:xfrm>
            <a:off x="1714500" y="3807520"/>
            <a:ext cx="8763000" cy="1498942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  <a:scene3d>
            <a:camera prst="obliqueBottomRight"/>
            <a:lightRig rig="threePt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CA" sz="3200" dirty="0">
                <a:solidFill>
                  <a:schemeClr val="bg1"/>
                </a:solidFill>
              </a:rPr>
              <a:t>More stable &amp; faster compared to Wi-Fi</a:t>
            </a:r>
          </a:p>
        </p:txBody>
      </p:sp>
      <p:pic>
        <p:nvPicPr>
          <p:cNvPr id="22" name="Graphic 21" descr="Cursor with solid fill">
            <a:extLst>
              <a:ext uri="{FF2B5EF4-FFF2-40B4-BE49-F238E27FC236}">
                <a16:creationId xmlns:a16="http://schemas.microsoft.com/office/drawing/2014/main" id="{B98DC92F-9216-7439-130A-CE94079F7C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59875" y="2938074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4" name="Graphic 23" descr="Wi-Fi with solid fill">
            <a:extLst>
              <a:ext uri="{FF2B5EF4-FFF2-40B4-BE49-F238E27FC236}">
                <a16:creationId xmlns:a16="http://schemas.microsoft.com/office/drawing/2014/main" id="{68A842EF-3B89-BD18-B436-85B0DB7399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77495" y="3207876"/>
            <a:ext cx="914400" cy="914400"/>
          </a:xfrm>
          <a:prstGeom prst="rect">
            <a:avLst/>
          </a:prstGeom>
        </p:spPr>
      </p:pic>
      <p:pic>
        <p:nvPicPr>
          <p:cNvPr id="26" name="Graphic 25" descr="Ethernet with solid fill">
            <a:extLst>
              <a:ext uri="{FF2B5EF4-FFF2-40B4-BE49-F238E27FC236}">
                <a16:creationId xmlns:a16="http://schemas.microsoft.com/office/drawing/2014/main" id="{BD5EBE3A-E44A-293F-EFAC-F94BC4329F2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6006" y="325282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6356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EB202-D741-067D-EC6C-EB777BF61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244EF-7ECD-CAA4-662C-736B6E3AD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704538"/>
          </a:xfr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8900000" scaled="1"/>
            <a:tileRect/>
          </a:gradFill>
        </p:spPr>
        <p:txBody>
          <a:bodyPr/>
          <a:lstStyle/>
          <a:p>
            <a:r>
              <a:rPr lang="en-CA" dirty="0">
                <a:solidFill>
                  <a:schemeClr val="bg1"/>
                </a:solidFill>
              </a:rPr>
              <a:t>Setup – upstream </a:t>
            </a:r>
            <a:r>
              <a:rPr lang="en-CA" dirty="0" err="1">
                <a:solidFill>
                  <a:schemeClr val="bg1"/>
                </a:solidFill>
              </a:rPr>
              <a:t>dns</a:t>
            </a:r>
            <a:r>
              <a:rPr lang="en-CA" dirty="0">
                <a:solidFill>
                  <a:schemeClr val="bg1"/>
                </a:solidFill>
              </a:rPr>
              <a:t> provider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8D2AD05-7783-F8E8-7DCF-D827E8FB0706}"/>
              </a:ext>
            </a:extLst>
          </p:cNvPr>
          <p:cNvSpPr txBox="1">
            <a:spLocks/>
          </p:cNvSpPr>
          <p:nvPr/>
        </p:nvSpPr>
        <p:spPr>
          <a:xfrm rot="10800000">
            <a:off x="750367" y="5591331"/>
            <a:ext cx="10691265" cy="704538"/>
          </a:xfrm>
          <a:prstGeom prst="rect">
            <a:avLst/>
          </a:prstGeo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3500000" scaled="1"/>
            <a:tileRect/>
          </a:gra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dirty="0">
                <a:solidFill>
                  <a:schemeClr val="bg1"/>
                </a:solidFill>
              </a:rPr>
              <a:t>Setup – upstream </a:t>
            </a:r>
            <a:r>
              <a:rPr lang="en-CA" dirty="0" err="1">
                <a:solidFill>
                  <a:schemeClr val="bg1"/>
                </a:solidFill>
              </a:rPr>
              <a:t>dns</a:t>
            </a:r>
            <a:r>
              <a:rPr lang="en-CA" dirty="0">
                <a:solidFill>
                  <a:schemeClr val="bg1"/>
                </a:solidFill>
              </a:rPr>
              <a:t> provider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DA731D3-1D87-9652-46F5-FD25025BD920}"/>
              </a:ext>
            </a:extLst>
          </p:cNvPr>
          <p:cNvSpPr txBox="1">
            <a:spLocks/>
          </p:cNvSpPr>
          <p:nvPr/>
        </p:nvSpPr>
        <p:spPr>
          <a:xfrm rot="10800000">
            <a:off x="700635" y="82446"/>
            <a:ext cx="10691265" cy="70453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7AF7342-CDF4-2FC9-DB92-E03ACF207A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143593"/>
            <a:ext cx="10691265" cy="3192905"/>
          </a:xfrm>
        </p:spPr>
        <p:txBody>
          <a:bodyPr/>
          <a:lstStyle/>
          <a:p>
            <a:r>
              <a:rPr lang="en-CA" sz="2400" dirty="0">
                <a:solidFill>
                  <a:srgbClr val="339966"/>
                </a:solidFill>
              </a:rPr>
              <a:t>DNS : Domain Name System</a:t>
            </a:r>
          </a:p>
          <a:p>
            <a:pPr lvl="1"/>
            <a:r>
              <a:rPr lang="en-CA" sz="2000" dirty="0">
                <a:solidFill>
                  <a:srgbClr val="339966"/>
                </a:solidFill>
              </a:rPr>
              <a:t>Distributed system that translates domain names (e.g. google.com) into Ip addresses so computers can locate servers on the internet.</a:t>
            </a:r>
          </a:p>
          <a:p>
            <a:r>
              <a:rPr lang="en-CA" sz="2400" dirty="0">
                <a:solidFill>
                  <a:srgbClr val="339966"/>
                </a:solidFill>
              </a:rPr>
              <a:t>Choice : Google DNS (8.8.8.8)</a:t>
            </a:r>
          </a:p>
          <a:p>
            <a:pPr lvl="1"/>
            <a:r>
              <a:rPr lang="en-CA" sz="2000" dirty="0">
                <a:solidFill>
                  <a:srgbClr val="339966"/>
                </a:solidFill>
              </a:rPr>
              <a:t>Considered to be the default DNS provider</a:t>
            </a:r>
          </a:p>
          <a:p>
            <a:pPr lvl="1"/>
            <a:r>
              <a:rPr lang="en-CA" sz="2000" dirty="0">
                <a:solidFill>
                  <a:srgbClr val="339966"/>
                </a:solidFill>
              </a:rPr>
              <a:t>Simple, reliable, reduces configuration complexity</a:t>
            </a:r>
          </a:p>
        </p:txBody>
      </p:sp>
    </p:spTree>
    <p:extLst>
      <p:ext uri="{BB962C8B-B14F-4D97-AF65-F5344CB8AC3E}">
        <p14:creationId xmlns:p14="http://schemas.microsoft.com/office/powerpoint/2010/main" val="22729715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4B535-3981-C839-7323-A0140DC47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E678E-BD0D-AF21-F170-F52F0A7C3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704538"/>
          </a:xfr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8900000" scaled="1"/>
            <a:tileRect/>
          </a:gradFill>
        </p:spPr>
        <p:txBody>
          <a:bodyPr/>
          <a:lstStyle/>
          <a:p>
            <a:r>
              <a:rPr lang="en-CA" dirty="0">
                <a:solidFill>
                  <a:schemeClr val="bg1"/>
                </a:solidFill>
              </a:rPr>
              <a:t>Setup – Blocklist(s)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08EA801-7209-90EE-7DA0-7D30814C68B4}"/>
              </a:ext>
            </a:extLst>
          </p:cNvPr>
          <p:cNvSpPr txBox="1">
            <a:spLocks/>
          </p:cNvSpPr>
          <p:nvPr/>
        </p:nvSpPr>
        <p:spPr>
          <a:xfrm rot="10800000">
            <a:off x="750367" y="5591331"/>
            <a:ext cx="10691265" cy="704538"/>
          </a:xfrm>
          <a:prstGeom prst="rect">
            <a:avLst/>
          </a:prstGeo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3500000" scaled="1"/>
            <a:tileRect/>
          </a:gra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dirty="0">
                <a:solidFill>
                  <a:schemeClr val="bg1"/>
                </a:solidFill>
              </a:rPr>
              <a:t>Setup – Blocklist(s)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7B2152C-250D-6DD6-A2C3-B9118FD968D1}"/>
              </a:ext>
            </a:extLst>
          </p:cNvPr>
          <p:cNvSpPr txBox="1">
            <a:spLocks/>
          </p:cNvSpPr>
          <p:nvPr/>
        </p:nvSpPr>
        <p:spPr>
          <a:xfrm rot="10800000">
            <a:off x="700635" y="82446"/>
            <a:ext cx="10691265" cy="70453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D535A2B-F29B-4984-7B58-E610CCDF0F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888762"/>
            <a:ext cx="10691265" cy="3312826"/>
          </a:xfrm>
        </p:spPr>
        <p:txBody>
          <a:bodyPr>
            <a:normAutofit lnSpcReduction="10000"/>
          </a:bodyPr>
          <a:lstStyle/>
          <a:p>
            <a:r>
              <a:rPr lang="en-CA" sz="2400" dirty="0">
                <a:solidFill>
                  <a:srgbClr val="339966"/>
                </a:solidFill>
              </a:rPr>
              <a:t>Suggestion : Steven Black’s List</a:t>
            </a:r>
          </a:p>
          <a:p>
            <a:pPr lvl="1"/>
            <a:r>
              <a:rPr lang="en-CA" sz="2000" dirty="0">
                <a:solidFill>
                  <a:srgbClr val="339966"/>
                </a:solidFill>
              </a:rPr>
              <a:t>Block list that contains weird and odd sites like:</a:t>
            </a:r>
          </a:p>
          <a:p>
            <a:pPr lvl="2"/>
            <a:r>
              <a:rPr lang="en-CA" sz="1800" dirty="0">
                <a:solidFill>
                  <a:srgbClr val="339966"/>
                </a:solidFill>
              </a:rPr>
              <a:t>Ads and trackers</a:t>
            </a:r>
          </a:p>
          <a:p>
            <a:pPr lvl="2"/>
            <a:r>
              <a:rPr lang="en-CA" sz="1800" dirty="0">
                <a:solidFill>
                  <a:srgbClr val="339966"/>
                </a:solidFill>
              </a:rPr>
              <a:t>Malware, malicious and suspicious domains</a:t>
            </a:r>
          </a:p>
          <a:p>
            <a:pPr lvl="2"/>
            <a:r>
              <a:rPr lang="en-CA" sz="1800" dirty="0">
                <a:solidFill>
                  <a:srgbClr val="339966"/>
                </a:solidFill>
              </a:rPr>
              <a:t>Extension: porn, gambling, fake-news, social media filters</a:t>
            </a:r>
          </a:p>
          <a:p>
            <a:r>
              <a:rPr lang="en-CA" sz="2400" dirty="0">
                <a:solidFill>
                  <a:srgbClr val="339966"/>
                </a:solidFill>
              </a:rPr>
              <a:t>Manually add other sites / hosts / domains to block later on as well.</a:t>
            </a:r>
          </a:p>
          <a:p>
            <a:r>
              <a:rPr lang="en-CA" sz="2400" dirty="0">
                <a:solidFill>
                  <a:srgbClr val="339966"/>
                </a:solidFill>
              </a:rPr>
              <a:t>More info : </a:t>
            </a:r>
            <a:r>
              <a:rPr lang="en-CA" sz="2400" dirty="0">
                <a:solidFill>
                  <a:srgbClr val="339966"/>
                </a:solidFill>
                <a:hlinkClick r:id="rId2"/>
              </a:rPr>
              <a:t>https://awesome-privacy.xyz/networking/host-block-lists/hosts-by-stevenblack</a:t>
            </a:r>
            <a:r>
              <a:rPr lang="en-CA" sz="2400" dirty="0">
                <a:solidFill>
                  <a:srgbClr val="339966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684762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70168-A3FA-16A8-B70B-CEF0A2F23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DC62D-9AA4-16EA-A45A-B9C7E31C0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704538"/>
          </a:xfr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8900000" scaled="1"/>
            <a:tileRect/>
          </a:gradFill>
        </p:spPr>
        <p:txBody>
          <a:bodyPr/>
          <a:lstStyle/>
          <a:p>
            <a:r>
              <a:rPr lang="en-CA" dirty="0">
                <a:solidFill>
                  <a:schemeClr val="bg1"/>
                </a:solidFill>
              </a:rPr>
              <a:t>Setup – Privacy levels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6181275-BECC-EE35-4170-5D3E0E258369}"/>
              </a:ext>
            </a:extLst>
          </p:cNvPr>
          <p:cNvSpPr txBox="1">
            <a:spLocks/>
          </p:cNvSpPr>
          <p:nvPr/>
        </p:nvSpPr>
        <p:spPr>
          <a:xfrm rot="10800000">
            <a:off x="750367" y="5591331"/>
            <a:ext cx="10691265" cy="704538"/>
          </a:xfrm>
          <a:prstGeom prst="rect">
            <a:avLst/>
          </a:prstGeo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3500000" scaled="1"/>
            <a:tileRect/>
          </a:gra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dirty="0">
                <a:solidFill>
                  <a:schemeClr val="bg1"/>
                </a:solidFill>
              </a:rPr>
              <a:t>Setup – privacy levels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8E1C0BE-040B-0854-8D1A-91C7074E60D3}"/>
              </a:ext>
            </a:extLst>
          </p:cNvPr>
          <p:cNvSpPr txBox="1">
            <a:spLocks/>
          </p:cNvSpPr>
          <p:nvPr/>
        </p:nvSpPr>
        <p:spPr>
          <a:xfrm rot="10800000">
            <a:off x="700635" y="82446"/>
            <a:ext cx="10691265" cy="70453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CA" dirty="0">
              <a:solidFill>
                <a:schemeClr val="bg1"/>
              </a:solidFill>
            </a:endParaRP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69FED25C-650D-CAF4-C264-BD999FAE342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29901094"/>
              </p:ext>
            </p:extLst>
          </p:nvPr>
        </p:nvGraphicFramePr>
        <p:xfrm>
          <a:off x="750367" y="1903697"/>
          <a:ext cx="5395912" cy="34927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8DA8C3F7-7E55-2D6B-6566-97B435FB683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5878066"/>
              </p:ext>
            </p:extLst>
          </p:nvPr>
        </p:nvGraphicFramePr>
        <p:xfrm>
          <a:off x="4781823" y="1903697"/>
          <a:ext cx="6610077" cy="33878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pic>
        <p:nvPicPr>
          <p:cNvPr id="14" name="Graphic 13" descr="Cursor with solid fill">
            <a:extLst>
              <a:ext uri="{FF2B5EF4-FFF2-40B4-BE49-F238E27FC236}">
                <a16:creationId xmlns:a16="http://schemas.microsoft.com/office/drawing/2014/main" id="{1BF55463-6508-1943-9DA9-38A3890E060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156728" y="1956218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636352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D2B2B-08FA-7BE9-D4FB-154FAD313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B6807A-6308-7E55-342F-298A552F9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1036638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</TotalTime>
  <Words>441</Words>
  <Application>Microsoft Office PowerPoint</Application>
  <PresentationFormat>Widescreen</PresentationFormat>
  <Paragraphs>77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Calisto MT</vt:lpstr>
      <vt:lpstr>Univers Condensed</vt:lpstr>
      <vt:lpstr>Wingdings</vt:lpstr>
      <vt:lpstr>ChronicleVTI</vt:lpstr>
      <vt:lpstr>Ad-blocking using pi-hole</vt:lpstr>
      <vt:lpstr>Table of contents</vt:lpstr>
      <vt:lpstr>Introduction</vt:lpstr>
      <vt:lpstr>Introduction</vt:lpstr>
      <vt:lpstr>Equipment</vt:lpstr>
      <vt:lpstr>Setup</vt:lpstr>
      <vt:lpstr>PowerPoint Presentation</vt:lpstr>
      <vt:lpstr>Setup – Static Ip</vt:lpstr>
      <vt:lpstr>Setup – network Connection</vt:lpstr>
      <vt:lpstr>Setup – upstream dns provider</vt:lpstr>
      <vt:lpstr>Setup – Blocklist(s)</vt:lpstr>
      <vt:lpstr>Setup – Privacy levels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Fadwa Shalaby</dc:creator>
  <cp:lastModifiedBy>Farwah Bakhsh</cp:lastModifiedBy>
  <cp:revision>60</cp:revision>
  <dcterms:created xsi:type="dcterms:W3CDTF">2025-12-10T06:53:38Z</dcterms:created>
  <dcterms:modified xsi:type="dcterms:W3CDTF">2025-12-11T01:08:13Z</dcterms:modified>
</cp:coreProperties>
</file>